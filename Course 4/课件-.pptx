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66" r:id="rId4"/>
    <p:sldId id="270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715" autoAdjust="0"/>
  </p:normalViewPr>
  <p:slideViewPr>
    <p:cSldViewPr snapToGrid="0">
      <p:cViewPr varScale="1">
        <p:scale>
          <a:sx n="97" d="100"/>
          <a:sy n="97" d="100"/>
        </p:scale>
        <p:origin x="4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71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D377-B434-1B80-C55E-238BDAE1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F5206E-2981-18A5-66BD-7BFB2838B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715051-BEEE-BFED-DFBE-65AB7A7D5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DF413-CE7A-E7E9-6898-80BF7F28D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27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第四课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7FA9-E991-4C7A-A6AF-69300F41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170C-730F-1C95-B8B9-4E1E25CB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  <a:r>
              <a:rPr lang="en-US" altLang="zh-CN" dirty="0"/>
              <a:t>list</a:t>
            </a:r>
            <a:r>
              <a:rPr lang="zh-CN" altLang="en-US" dirty="0"/>
              <a:t>和</a:t>
            </a:r>
            <a:r>
              <a:rPr lang="en-US" altLang="zh-CN" dirty="0"/>
              <a:t>tuple</a:t>
            </a:r>
            <a:r>
              <a:rPr lang="zh-CN" altLang="en-US" dirty="0"/>
              <a:t>这两种特殊数据类型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3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31C2-FFCC-E81F-6FA6-D59DA660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D5ECA-0844-C537-4081-DEBD5A70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list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C3502389-4167-CF7C-25FA-85EEC63D59DC}"/>
              </a:ext>
            </a:extLst>
          </p:cNvPr>
          <p:cNvSpPr txBox="1">
            <a:spLocks/>
          </p:cNvSpPr>
          <p:nvPr/>
        </p:nvSpPr>
        <p:spPr>
          <a:xfrm>
            <a:off x="838200" y="1460443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存放在同一个组里的一些数据，使用</a:t>
            </a:r>
            <a:r>
              <a:rPr lang="en-US" altLang="zh-CN" sz="2400" dirty="0"/>
              <a:t>0,1,2</a:t>
            </a:r>
            <a:r>
              <a:rPr lang="zh-CN" altLang="en-US" sz="2400" dirty="0"/>
              <a:t>这样的索引来读取元素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2DF5DB7-7917-528C-D957-A17936B67BB0}"/>
              </a:ext>
            </a:extLst>
          </p:cNvPr>
          <p:cNvSpPr txBox="1">
            <a:spLocks/>
          </p:cNvSpPr>
          <p:nvPr/>
        </p:nvSpPr>
        <p:spPr>
          <a:xfrm>
            <a:off x="752680" y="4567084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代码演示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64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C2BD-FEA7-7620-2A6E-030E2DCE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6C1C4-DCD0-BD0B-8AFF-619D6819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4DF90-379E-51F9-1E9E-389AEBEF4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2968"/>
            <a:ext cx="10515600" cy="1026199"/>
          </a:xfrm>
        </p:spPr>
        <p:txBody>
          <a:bodyPr/>
          <a:lstStyle/>
          <a:p>
            <a:r>
              <a:rPr lang="zh-CN" altLang="en-US" dirty="0"/>
              <a:t>声明方式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74FF635-1284-AD6D-CD6F-4775A3BD7211}"/>
              </a:ext>
            </a:extLst>
          </p:cNvPr>
          <p:cNvSpPr txBox="1">
            <a:spLocks/>
          </p:cNvSpPr>
          <p:nvPr/>
        </p:nvSpPr>
        <p:spPr>
          <a:xfrm>
            <a:off x="752680" y="3475066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使用方式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18DDC63D-2924-A2AD-CE4E-5CE5D3C53F48}"/>
              </a:ext>
            </a:extLst>
          </p:cNvPr>
          <p:cNvSpPr txBox="1">
            <a:spLocks/>
          </p:cNvSpPr>
          <p:nvPr/>
        </p:nvSpPr>
        <p:spPr>
          <a:xfrm>
            <a:off x="1081601" y="4086859"/>
            <a:ext cx="2141823" cy="4144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代码演示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72BA9334-AA15-2040-DC7C-E54B1D6AA421}"/>
              </a:ext>
            </a:extLst>
          </p:cNvPr>
          <p:cNvSpPr txBox="1">
            <a:spLocks/>
          </p:cNvSpPr>
          <p:nvPr/>
        </p:nvSpPr>
        <p:spPr>
          <a:xfrm>
            <a:off x="838200" y="1328875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是简化版的</a:t>
            </a:r>
            <a:r>
              <a:rPr lang="en-US" altLang="zh-CN" sz="2400" dirty="0"/>
              <a:t>list</a:t>
            </a:r>
            <a:r>
              <a:rPr lang="zh-CN" altLang="en-US" sz="2400" dirty="0"/>
              <a:t>。主要用来存放临时数据，和</a:t>
            </a:r>
            <a:r>
              <a:rPr lang="en-US" altLang="zh-CN" sz="2400" dirty="0"/>
              <a:t>map</a:t>
            </a:r>
            <a:r>
              <a:rPr lang="zh-CN" altLang="en-US" sz="2400" dirty="0"/>
              <a:t>有紧密互相的联系。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非动态，一旦创建即不可变更</a:t>
            </a:r>
            <a:r>
              <a:rPr lang="en-US" altLang="zh-CN" sz="2400" dirty="0"/>
              <a:t>/</a:t>
            </a:r>
            <a:r>
              <a:rPr lang="zh-CN" altLang="en-US" sz="2400" dirty="0"/>
              <a:t>增删元素。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94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F708-F4ED-74B7-5A42-2233809F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348F2-9FD1-91EB-3400-83137120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作业（没布置）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17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902</TotalTime>
  <Words>85</Words>
  <Application>Microsoft Office PowerPoint</Application>
  <PresentationFormat>宽屏</PresentationFormat>
  <Paragraphs>18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等线</vt:lpstr>
      <vt:lpstr>Arial</vt:lpstr>
      <vt:lpstr>Office 主题​​</vt:lpstr>
      <vt:lpstr>Python</vt:lpstr>
      <vt:lpstr>本节主要任务</vt:lpstr>
      <vt:lpstr>list</vt:lpstr>
      <vt:lpstr>tuple</vt:lpstr>
      <vt:lpstr>作业（没布置）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48</cp:revision>
  <dcterms:created xsi:type="dcterms:W3CDTF">2026-04-14T21:03:52Z</dcterms:created>
  <dcterms:modified xsi:type="dcterms:W3CDTF">2026-05-20T10:32:53Z</dcterms:modified>
</cp:coreProperties>
</file>