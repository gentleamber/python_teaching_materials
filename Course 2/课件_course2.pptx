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67" r:id="rId3"/>
    <p:sldId id="265" r:id="rId4"/>
    <p:sldId id="264" r:id="rId5"/>
    <p:sldId id="270" r:id="rId6"/>
    <p:sldId id="257" r:id="rId7"/>
    <p:sldId id="266" r:id="rId8"/>
    <p:sldId id="269" r:id="rId9"/>
    <p:sldId id="271" r:id="rId10"/>
    <p:sldId id="272"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9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5:19.471"/>
    </inkml:context>
    <inkml:brush xml:id="br0">
      <inkml:brushProperty name="width" value="0.05" units="cm"/>
      <inkml:brushProperty name="height" value="0.05" units="cm"/>
      <inkml:brushProperty name="color" value="#FF0066"/>
    </inkml:brush>
  </inkml:definitions>
  <inkml:trace contextRef="#ctx0" brushRef="#br0">241 206 24575,'-43'-1'0,"30"-1"0,-1 2 0,1-1 0,-1 2 0,1 0 0,-1 0 0,1 1 0,-14 5 0,22-5 0,1 0 0,-1 0 0,1 1 0,0 0 0,0 0 0,0 0 0,0 0 0,1 0 0,-1 1 0,1 0 0,0 0 0,0 0 0,0 0 0,1 0 0,0 0 0,-1 1 0,1-1 0,1 1 0,-1 0 0,-1 8 0,-1 6 0,2-1 0,0 1 0,1-1 0,2 22 0,0 45 0,-2-32 0,13 93 0,6-20 0,4 31 0,-21-145 0,16 73 0,-10-49 0,-3-16 0,-1-1 0,1 24 0,-4-28 0,1-1 0,0 1 0,2 0 0,-1 0 0,2-1 0,0 0 0,1 1 0,0-2 0,1 1 0,1 0 0,12 18 0,-10-20 0,2 6 0,2-1 0,26 26 0,-34-38 0,0-1 0,0 0 0,1 0 0,0 0 0,0-1 0,0 1 0,0-1 0,0-1 0,1 1 0,-1-1 0,1 0 0,10 1 0,33 2 0,55-3 0,10 0 0,12 9 0,160 6 0,-216-18 0,-19-1 0,1 3 0,93 13 0,-80-4 0,132 1 0,-136-9 0,217 28 0,-129-9 0,61-6 0,361-14 0,-287-2 0,-209 1 0,-1-3 0,0-4 0,0-2 0,121-33 0,-151 28 0,2 2 0,-1-3 0,0-2 0,76-40 0,-111 50 0,0-1 0,-1 0 0,0-1 0,-1 0 0,0-1 0,15-20 0,-8 7 0,-2 1 0,15-34 0,-22 41 0,-2 0 0,0-1 0,0 1 0,-2-1 0,0 0 0,-1 0 0,0 0 0,-1 0 0,-1 0 0,-1-1 0,-5-29 0,-2 3 0,-3 1 0,-2 1 0,-20-49 0,-17-20 0,-9-23 0,37 70 0,-21-110 0,38 156 0,-1 0 0,0 0 0,-1 1 0,-1 0 0,-15-24 0,-13-27 0,34 62 0,0 1 0,-1 0 0,1 0 0,-1 0 0,0 0 0,0 0 0,-1 0 0,1 1 0,-1 0 0,0 0 0,0 0 0,0 0 0,0 0 0,0 1 0,-1 0 0,1 0 0,-1 0 0,0 0 0,-7-1 0,-8-1 0,1 2 0,-1 0 0,-33 1 0,13 1 0,-102-6 0,-211-4 0,30-15 0,279 20 0,-2 0 0,-156-23 0,137 14 0,-2 3 0,-129-4 0,-109 24 0,-76 1 0,291-11 0,-124 2 0,192 2 0,-1 0 0,1 1 0,-26 9 0,-25 4 0,-176 22 0,220-35-76,0-2 0,-50-1 0,48-2-1061,11 1-5689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5:22.789"/>
    </inkml:context>
    <inkml:brush xml:id="br0">
      <inkml:brushProperty name="width" value="0.05" units="cm"/>
      <inkml:brushProperty name="height" value="0.05" units="cm"/>
      <inkml:brushProperty name="color" value="#FF0066"/>
    </inkml:brush>
  </inkml:definitions>
  <inkml:trace contextRef="#ctx0" brushRef="#br0">107 582 24575,'3'3'0,"1"-1"0,0 1 0,-1-1 0,1 0 0,0 0 0,0 0 0,7 1 0,15 9 0,-3 1 0,1-2 0,0 0 0,1-1 0,0-2 0,0 0 0,0-2 0,40 5 0,16-4 0,88-3 0,-154-4 0,-10-1 0,0 1 0,1-1 0,-1 0 0,0 0 0,0 0 0,0-1 0,0 1 0,0-1 0,0-1 0,-1 1 0,1-1 0,-1 0 0,1 0 0,-1 0 0,4-4 0,6-7 0,-1 0 0,20-29 0,-10 12 0,-17 22 0,0 0 0,-1 0 0,0 0 0,-1-1 0,0 1 0,5-18 0,-4 7 0,-1 0 0,3-29 0,-5 25 0,0 1 0,-2-1 0,-1 1 0,-1-1 0,-1 1 0,0 0 0,-2 0 0,-1 0 0,-1 0 0,-1 1 0,-11-22 0,10 22 0,8 19 0,0 0 0,0 0 0,-1 0 0,1 0 0,0 1 0,-1-1 0,0 0 0,0 1 0,0-1 0,0 1 0,0-1 0,0 1 0,-1 0 0,1 0 0,-1 0 0,1 0 0,-4-2 0,-9-1 0,0 0 0,0 0 0,-1 2 0,1-1 0,-1 2 0,-16-1 0,-102 4 0,61 1 0,48 0 0,0 0 0,1 2 0,-31 9 0,-1-1 0,39-8 0,-1 0 0,1 1 0,0 0 0,0 2 0,1 0 0,-17 10 0,24-12 0,0 1 0,0 1 0,1 0 0,0 0 0,0 1 0,1-1 0,-1 2 0,2-1 0,-1 1 0,1 0 0,-5 12 0,4-9 0,1-1 0,0 1 0,1 1 0,1-1 0,0 1 0,0 0 0,2 0 0,-1 0 0,0 14 0,3 7 133,-2-17-383,2 1 0,0-1 1,1 0-1,1 1 1,6 25-1,-5-32-6576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5:55.371"/>
    </inkml:context>
    <inkml:brush xml:id="br0">
      <inkml:brushProperty name="width" value="0.05" units="cm"/>
      <inkml:brushProperty name="height" value="0.05" units="cm"/>
      <inkml:brushProperty name="color" value="#FF0066"/>
    </inkml:brush>
  </inkml:definitions>
  <inkml:trace contextRef="#ctx0" brushRef="#br0">0 0 24575,'342'0'0,"-320"2"0,1 0 0,-1 2 0,0 0 0,29 10 0,-28-7 0,0-1 0,1-1 0,35 3 0,198-7 215,-125-3-1795,-114 2-5246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5:59.006"/>
    </inkml:context>
    <inkml:brush xml:id="br0">
      <inkml:brushProperty name="width" value="0.05" units="cm"/>
      <inkml:brushProperty name="height" value="0.05" units="cm"/>
      <inkml:brushProperty name="color" value="#FF0066"/>
    </inkml:brush>
  </inkml:definitions>
  <inkml:trace contextRef="#ctx0" brushRef="#br0">0 1 24575,'375'13'0,"-62"-8"0,-180-7 0,-8-6 341,5-1-2047,-116 10-5120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4:58.596"/>
    </inkml:context>
    <inkml:brush xml:id="br0">
      <inkml:brushProperty name="width" value="0.05" units="cm"/>
      <inkml:brushProperty name="height" value="0.05" units="cm"/>
      <inkml:brushProperty name="color" value="#FF0066"/>
    </inkml:brush>
  </inkml:definitions>
  <inkml:trace contextRef="#ctx0" brushRef="#br0">1246 1 24575,'-8'0'0,"0"1"0,0 0 0,0 0 0,0 1 0,0 0 0,1 1 0,-1-1 0,-10 7 0,-6 4 0,-27 20 0,-5 2 0,-2-3 0,2 2 0,-70 55 0,58-31 0,-92 101 0,138-132 0,-24 41 0,-7 8 0,35-53 0,1 1 0,1 1 0,2 1 0,0 1 0,2-1 0,-11 33 0,-7 26 0,-30 98 0,-94 555 0,124-536 0,-8 272 0,30-214 0,-1 86 0,7-84 0,5 283 0,2-462 0,24 130 0,35 80 0,-47-221 0,62 182 0,-55-189 0,-1-2 0,44 87 0,-4-24 0,-35-65 0,74 114 0,-76-138 0,54 78 0,49 72 0,-99-137 0,-19-29 0,27 34 0,-23-34 0,15 28 0,-9-14 0,-15-24-195,0 0 0,-1 1 0,0 0 0,-1 0 0,0 0 0,2 18 0,-4-18-6631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5:00.045"/>
    </inkml:context>
    <inkml:brush xml:id="br0">
      <inkml:brushProperty name="width" value="0.05" units="cm"/>
      <inkml:brushProperty name="height" value="0.05" units="cm"/>
      <inkml:brushProperty name="color" value="#FF0066"/>
    </inkml:brush>
  </inkml:definitions>
  <inkml:trace contextRef="#ctx0" brushRef="#br0">330 1 24575,'2'30'0,"2"1"0,1-1 0,1 1 0,12 34 0,3 12 0,-17-59 0,19 97 0,-20-95 0,-1 0 0,-1-1 0,-3 39 0,2-57 0,-1 1 0,1-1 0,0 0 0,0 1 0,-1-1 0,1 1 0,-1-1 0,1 0 0,-1 0 0,0 1 0,1-1 0,-1 0 0,0 0 0,0 0 0,0 0 0,0 0 0,0 0 0,0 0 0,0 0 0,0 0 0,0 0 0,-1 0 0,1-1 0,0 1 0,-1 0 0,1-1 0,0 1 0,-1-1 0,1 0 0,0 1 0,-1-1 0,1 0 0,-1 0 0,1 0 0,0 0 0,-1 0 0,1 0 0,-1 0 0,1-1 0,0 1 0,-2-1 0,-7-1 0,1-1 0,-1 0 0,1 0 0,-13-8 0,-16-8 0,0-2 0,2-2 0,1-1 0,-61-54 0,35 22-1365,52 50-5461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5:01.651"/>
    </inkml:context>
    <inkml:brush xml:id="br0">
      <inkml:brushProperty name="width" value="0.05" units="cm"/>
      <inkml:brushProperty name="height" value="0.05" units="cm"/>
      <inkml:brushProperty name="color" value="#FF0066"/>
    </inkml:brush>
  </inkml:definitions>
  <inkml:trace contextRef="#ctx0" brushRef="#br0">1 2 24575,'84'-1'0,"91"3"0,-133 3 0,0 3 0,50 15 0,-85-21 0,1 0 0,-1 1 0,0 0 0,0 0 0,0 0 0,0 1 0,-1 0 0,1 1 0,7 6 0,-10-7 0,-1 0 0,0 0 0,0 0 0,0 1 0,0-1 0,-1 1 0,1-1 0,-1 1 0,0 0 0,-1 0 0,1 0 0,-1 0 0,0 0 0,0 10 0,0 110 0,-2-60 0,0-56 0,-1 0 0,0-1 0,0 1 0,-1-1 0,0 1 0,0-1 0,-1 0 0,0 0 0,0 0 0,-7 8 0,-15 30 0,5 12 0,2 1 0,-22 120 0,35-153 0,-10 35-1365,14-48-5461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5:31.744"/>
    </inkml:context>
    <inkml:brush xml:id="br0">
      <inkml:brushProperty name="width" value="0.05" units="cm"/>
      <inkml:brushProperty name="height" value="0.05" units="cm"/>
      <inkml:brushProperty name="color" value="#FF0066"/>
    </inkml:brush>
  </inkml:definitions>
  <inkml:trace contextRef="#ctx0" brushRef="#br0">0 547 24575,'1'1'0,"-1"0"0,0-1 0,0 1 0,0 0 0,1 0 0,-1-1 0,1 1 0,-1 0 0,0-1 0,1 1 0,-1 0 0,1-1 0,-1 1 0,1-1 0,0 1 0,-1-1 0,1 1 0,0-1 0,-1 1 0,1-1 0,0 0 0,0 1 0,20 7 0,-16-6 0,103 28 0,-30-9 0,-60-17 0,-1-1 0,1 0 0,0-1 0,0-1 0,0-1 0,27-3 0,-40 3 0,0-1 0,-1 0 0,1 0 0,0-1 0,-1 1 0,1-1 0,-1 0 0,1 0 0,-1 0 0,0-1 0,0 0 0,0 0 0,0 0 0,0 0 0,-1 0 0,0-1 0,6-6 0,0-4 0,0-1 0,-1 0 0,12-29 0,-14 28 0,2 0 0,17-29 0,35-33 0,-57 74 0,-1 0 0,0 0 0,0-1 0,-1 1 0,1-1 0,-1 1 0,0-1 0,0 0 0,-1 1 0,1-7 0,-3-54 0,0 31 0,3 7 0,0 17 0,-1 0 0,0 0 0,-2-12 0,2 20 0,-1-1 0,1 1 0,-1-1 0,0 1 0,0-1 0,0 1 0,0 0 0,0-1 0,0 1 0,-1 0 0,1 0 0,-1 0 0,0 0 0,1 0 0,-1 0 0,0 0 0,-2-1 0,-11-6-105,0 0 0,-1 1 0,0 0 0,0 1 0,0 1 0,-1 1 0,0 0 0,0 2 0,0-1 0,0 2 0,-1 0 0,-17 1 0,19 2-6721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5:33.533"/>
    </inkml:context>
    <inkml:brush xml:id="br0">
      <inkml:brushProperty name="width" value="0.05" units="cm"/>
      <inkml:brushProperty name="height" value="0.05" units="cm"/>
      <inkml:brushProperty name="color" value="#FF0066"/>
    </inkml:brush>
  </inkml:definitions>
  <inkml:trace contextRef="#ctx0" brushRef="#br0">380 68 24575,'-28'0'0,"13"-1"0,0 1 0,0 0 0,0 1 0,0 1 0,1 0 0,-1 1 0,0 0 0,-14 7 0,16-5 0,1 0 0,0 1 0,0 1 0,1 0 0,0 0 0,0 1 0,0 1 0,1 0 0,1 0 0,-1 1 0,2 0 0,-11 14 0,10-8 0,3-10 0,2 1 0,-1 0 0,1 1 0,0-1 0,0 1 0,1 0 0,0 0 0,1 0 0,0 0 0,0 0 0,-1 13 0,2-5 0,0 6 0,0 0 0,1 0 0,1 1 0,2-1 0,4 22 0,-5-37 0,1 0 0,1 0 0,-1-1 0,1 1 0,0-1 0,0 0 0,1 0 0,0 0 0,0 0 0,0-1 0,1 0 0,8 6 0,2 0 0,-1-1 0,1 0 0,33 13 0,-34-18 0,0-1 0,1 0 0,0-1 0,0-1 0,29 0 0,17 3 0,-17 0 0,0-2 0,0-2 0,48-5 0,-89 3 0,1 0 0,0 0 0,-1 0 0,1-1 0,-1 0 0,1 0 0,-1 0 0,0 0 0,0-1 0,0 0 0,0 0 0,5-4 0,5-7 0,21-27 0,-15 18 0,-8 8 0,0-1 0,-1 0 0,-1 0 0,0-1 0,-1-1 0,11-32 0,-16 30 0,0 0 0,-2-1 0,-1 1 0,0 0 0,-4-37 0,1-1 0,2 43 57,-1-1 0,0 1 0,-1 0 0,-1-1 0,-6-18 0,8 29-135,-1 1 0,1-1 1,-1 1-1,0 0 1,-1-1-1,1 1 1,-1 0-1,0 0 0,0 1 1,0-1-1,0 0 1,0 1-1,-1 0 1,0 0-1,0 0 0,0 0 1,0 1-1,0 0 1,0-1-1,-1 2 1,-4-3-1,-8 0-6748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06.304"/>
    </inkml:context>
    <inkml:brush xml:id="br0">
      <inkml:brushProperty name="width" value="0.05" units="cm"/>
      <inkml:brushProperty name="height" value="0.05" units="cm"/>
      <inkml:brushProperty name="color" value="#FF0066"/>
    </inkml:brush>
  </inkml:definitions>
  <inkml:trace contextRef="#ctx0" brushRef="#br0">120 174 24575,'93'0'0,"523"-10"0,85-71 0,-260 34 0,-215 28 0,386 3 0,-440 17 0,388 18 0,-52-1 0,326-19 0,-710-7 0,-20 0 0,-93 8 0,498-1 0,-503 2 0,0 0 0,1 0 0,-1 1 0,0 0 0,0 0 0,0 0 0,0 1 0,0 0 0,0 0 0,-1 1 0,1-1 0,-1 1 0,0 0 0,0 1 0,4 4 0,8 10 0,-1 1 0,19 30 0,-34-49 0,10 17 0,-1-1 0,-1 2 0,-1-1 0,-1 1 0,0 0 0,-1 1 0,3 25 0,11 147 0,-7-43 0,12 253 0,-19-217 0,1 4 0,-21 215 0,-10 98 0,25 1 0,1-179 0,-2-323 0,0 63 0,14 114 0,6-10 0,-1 214 0,-11-226 0,-1-68 0,-7 93 0,0-176 0,-1 0 0,1-1 0,-1 1 0,0-1 0,-1 0 0,1 1 0,-1-1 0,0 0 0,0 0 0,0 0 0,0 0 0,-1 0 0,0 0 0,-4 4 0,2-3 0,0 0 0,-1-1 0,0 0 0,0 0 0,0 0 0,-1 0 0,1-1 0,-9 3 0,-8 1 0,1-1 0,-1-1 0,0-2 0,-36 3 0,-293-2 0,237-6 0,-366-33 0,208 9 0,-13 3 0,-637-31 0,270 11 0,-63-1 0,395 47 0,-290-4 0,541-4 0,0-2 0,-98-25 0,127 20 0,1-2 0,-60-29 0,65 27 0,8 4 0,1-2 0,1-1 0,0 0 0,1-2 0,1-1 0,1-1 0,-29-31 0,44 41 0,0-1 0,0 0 0,1 0 0,1 0 0,0-1 0,0 0 0,1 0 0,1 0 0,-1 0 0,2-1 0,-3-16 0,1-16 0,3-76 0,2 74 0,-7-773 0,-62-13 0,26 346 0,9 22 0,-2-104 0,36 233-1365,-1 321-5461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07.536"/>
    </inkml:context>
    <inkml:brush xml:id="br0">
      <inkml:brushProperty name="width" value="0.05" units="cm"/>
      <inkml:brushProperty name="height" value="0.05" units="cm"/>
      <inkml:brushProperty name="color" value="#FF0066"/>
    </inkml:brush>
  </inkml:definitions>
  <inkml:trace contextRef="#ctx0" brushRef="#br0">85 70 24575,'0'74'0,"-3"121"0,1-166 0,-1 1 0,-2-1 0,-1-1 0,-15 42 0,21-68 0,0-1 0,-1 1 0,1-1 0,-1 1 0,1-1 0,-1 1 0,0-1 0,0 1 0,1-1 0,-1 0 0,0 1 0,-1-1 0,1 0 0,0 0 0,0 0 0,0 1 0,-1-1 0,0 0 0,1-1 0,0 0 0,0 0 0,1 0 0,-1-1 0,0 1 0,1 0 0,-1-1 0,1 1 0,-1 0 0,0-1 0,1 1 0,-1-1 0,1 1 0,-1-1 0,1 1 0,-1-1 0,1 1 0,0-1 0,-1 1 0,1-1 0,-1 0 0,1 1 0,0-1 0,0 0 0,-1 1 0,1-2 0,-3-8 0,0 1 0,1-1 0,0 1 0,-1-15 0,3 6 0,0 1 0,0-1 0,2 0 0,0 1 0,1-1 0,1 1 0,1 0 0,0 0 0,1 0 0,1 1 0,0 0 0,2 0 0,-1 1 0,2 0 0,0 0 0,1 1 0,14-14 0,-10 11 0,1 0 0,1 1 0,1 1 0,1 1 0,0 1 0,0 0 0,1 1 0,1 1 0,0 1 0,0 1 0,29-8 0,-47 16 0,0 1 0,0-1 0,0 1 0,0 0 0,0 0 0,0 0 0,0 0 0,0 0 0,0 0 0,0 1 0,0 0 0,0 0 0,0-1 0,0 2 0,0-1 0,5 3 0,-5-2 0,1 1 0,0 0 0,-1 1 0,0-1 0,0 0 0,0 1 0,0 0 0,0-1 0,-1 1 0,3 5 0,1 5 0,-1 0 0,0 0 0,-1 0 0,0 0 0,2 30 0,-2 0 0,-2 1 0,-5 46 0,4-127 0,-2 26 0,1 1 0,0-1 0,1 0 0,0 1 0,1-1 0,0 1 0,0 0 0,1-1 0,0 1 0,7-14 0,-2 10 0,1 1 0,0-1 0,1 2 0,14-15 0,-18 21 0,0-1 0,0 2 0,0-1 0,0 1 0,1-1 0,0 2 0,0-1 0,0 1 0,0 0 0,11-2 0,-16 4 0,1 1 0,0 0 0,0 0 0,-1 0 0,1 0 0,0 0 0,-1 1 0,1-1 0,0 1 0,-1 0 0,1 0 0,0 0 0,-1 0 0,0 0 0,1 1 0,-1-1 0,0 1 0,4 2 0,3 4 0,-1 0 0,1 1 0,6 10 0,5 4 0,-15-17 38,0 0 0,0 1 0,0 0 0,-1 0 0,0 0 0,0 1 0,-1-1 0,4 14 0,-2-4-607,-1 0 0,2 35 0,-4-33-6257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08.362"/>
    </inkml:context>
    <inkml:brush xml:id="br0">
      <inkml:brushProperty name="width" value="0.05" units="cm"/>
      <inkml:brushProperty name="height" value="0.05" units="cm"/>
      <inkml:brushProperty name="color" value="#FF0066"/>
    </inkml:brush>
  </inkml:definitions>
  <inkml:trace contextRef="#ctx0" brushRef="#br0">173 22 24575,'-17'-1'0,"4"1"0,0 0 0,0 1 0,0 0 0,-17 4 0,27-5 0,1 1 0,-1 0 0,0 0 0,0 0 0,1 0 0,-1 1 0,0-1 0,1 1 0,-1-1 0,1 1 0,0 0 0,0 0 0,0 0 0,0 0 0,0 1 0,0-1 0,0 0 0,1 1 0,-1-1 0,1 1 0,-1 0 0,1 0 0,0-1 0,-1 5 0,-5 27 0,1 1 0,2 0 0,1 0 0,2 0 0,4 41 0,-3-74 0,0-1 0,0 0 0,0 0 0,1 0 0,-1 1 0,0-1 0,1 0 0,-1 0 0,0 0 0,1 0 0,0 0 0,-1 0 0,1 0 0,1 2 0,-2-3 0,1 1 0,-1-1 0,0 0 0,1 0 0,-1 0 0,1 1 0,-1-1 0,1 0 0,-1 0 0,0 0 0,1 0 0,-1 0 0,1 0 0,-1 0 0,1 0 0,-1 0 0,1 0 0,-1 0 0,0 0 0,1 0 0,-1 0 0,1 0 0,-1-1 0,1 1 0,-1 0 0,1-1 0,1 0 0,0-1 0,1 0 0,-1 0 0,0 0 0,0 0 0,0 0 0,0 0 0,-1-1 0,1 1 0,1-4 0,13-29 0,-1-1 0,17-71 0,4-7 0,-35 109 0,10-17 0,-10 22 0,-1 0 0,0-1 0,1 1 0,-1 0 0,1 0 0,-1-1 0,1 1 0,-1 0 0,1 0 0,-1 0 0,0 0 0,1 0 0,-1 0 0,1-1 0,-1 1 0,1 0 0,-1 0 0,1 1 0,-1-1 0,1 0 0,-1 0 0,1 0 0,-1 0 0,1 0 0,-1 0 0,1 1 0,-1-1 0,0 0 0,1 0 0,-1 1 0,1-1 0,-1 0 0,0 0 0,1 1 0,-1-1 0,0 1 0,1-1 0,-1 0 0,0 1 0,0-1 0,1 1 0,-1-1 0,0 0 0,0 1 0,0-1 0,1 1 0,12 21 0,0 0 0,-1 1 0,-1 0 0,9 29 0,25 100 0,-34-107 0,33 157 0,-44-196-1365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08.875"/>
    </inkml:context>
    <inkml:brush xml:id="br0">
      <inkml:brushProperty name="width" value="0.05" units="cm"/>
      <inkml:brushProperty name="height" value="0.05" units="cm"/>
      <inkml:brushProperty name="color" value="#FF0066"/>
    </inkml:brush>
  </inkml:definitions>
  <inkml:trace contextRef="#ctx0" brushRef="#br0">0 0 24575,'0'6'0,"0"8"0,0 6 0,0 10 0,0 10 0,0 2 0,0 0 0,0-5 0,0-6 0,0-5 0,0-4 0,0-5-8191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09.175"/>
    </inkml:context>
    <inkml:brush xml:id="br0">
      <inkml:brushProperty name="width" value="0.05" units="cm"/>
      <inkml:brushProperty name="height" value="0.05" units="cm"/>
      <inkml:brushProperty name="color" value="#FF0066"/>
    </inkml:brush>
  </inkml:definitions>
  <inkml:trace contextRef="#ctx0" brushRef="#br0">1 0 24575,'3'0'0,"3"3"0,8 1 0,3 2 0,2 4 0,7 3 0,1-2 0,0-1 0,-3-4 0,-2 1 0,-5 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10.060"/>
    </inkml:context>
    <inkml:brush xml:id="br0">
      <inkml:brushProperty name="width" value="0.05" units="cm"/>
      <inkml:brushProperty name="height" value="0.05" units="cm"/>
      <inkml:brushProperty name="color" value="#FF0066"/>
    </inkml:brush>
  </inkml:definitions>
  <inkml:trace contextRef="#ctx0" brushRef="#br0">8 1 24575,'1'94'0,"-2"100"0,-4-173 0,3-22 0,3-14 0,1-4 0,2 0 0,0 0 0,1 0 0,14-32 0,-17 46 0,0 0 0,1 0 0,0 0 0,0 0 0,0 0 0,1 1 0,0 0 0,0-1 0,0 1 0,0 1 0,0-1 0,1 1 0,0-1 0,-1 1 0,1 1 0,0-1 0,1 1 0,-1 0 0,0 0 0,12-3 0,10 2 0,1 1 0,0 1 0,43 4 0,-67-2 0,-1-1 0,0 1 0,0 0 0,1 0 0,-1 0 0,0 1 0,0-1 0,0 1 0,0-1 0,-1 1 0,1 0 0,0 0 0,-1 0 0,1 1 0,-1-1 0,0 0 0,1 1 0,-1 0 0,-1-1 0,1 1 0,0 0 0,-1 0 0,1 0 0,-1 0 0,0 0 0,0 1 0,1 3 0,2 10 0,-1 0 0,-1 0 0,0 36 0,-1-39 0,-1 20 240,-1-18-775,2 0 0,2 25 0,1-26-6291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12.814"/>
    </inkml:context>
    <inkml:brush xml:id="br0">
      <inkml:brushProperty name="width" value="0.05" units="cm"/>
      <inkml:brushProperty name="height" value="0.05" units="cm"/>
      <inkml:brushProperty name="color" value="#FF0066"/>
    </inkml:brush>
  </inkml:definitions>
  <inkml:trace contextRef="#ctx0" brushRef="#br0">234 564 24575,'-6'0'0,"0"0"0,0-1 0,0 0 0,1 0 0,-1 0 0,0-1 0,0 1 0,1-1 0,-1-1 0,1 1 0,0-1 0,-1 0 0,1 0 0,1 0 0,-1-1 0,0 0 0,1 0 0,-5-5 0,-7-5 0,-1-2 0,0-1 0,-19-24 0,31 35 0,0 0 0,1-1 0,0 0 0,0 0 0,0-1 0,1 1 0,1-1 0,-1 1 0,1-1 0,0 0 0,1 0 0,0 0 0,0 0 0,1 0 0,0 0 0,0 0 0,1 0 0,0 0 0,0 0 0,1 0 0,0 1 0,0-1 0,1 0 0,0 1 0,0 0 0,9-14 0,-7 14 0,1 0 0,0 0 0,0 0 0,0 1 0,1 0 0,0 0 0,0 1 0,0 0 0,16-8 0,5-1 0,45-14 0,-43 18 0,-12 4 0,1 1 0,0 0 0,0 2 0,36-3 0,80 7 0,-57 1 0,446-15 0,-426 10 0,95-8 0,-102 4 0,116 6 0,-96 2 0,-96-2 0,0 0 0,0-1 0,16-5 0,17-2 0,41 0 0,132 3 0,-215 6 0,0 0 0,0 1 0,1-1 0,-1 1 0,0 0 0,0 1 0,0 0 0,0 0 0,0 0 0,-1 0 0,1 1 0,-1 0 0,1 0 0,-1 1 0,0-1 0,0 1 0,-1 0 0,1 0 0,-1 1 0,0 0 0,0-1 0,0 1 0,3 7 0,4 7 0,-1 0 0,-1 1 0,0 0 0,-2 1 0,6 21 0,0 7-1365,-10-36-5461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14.421"/>
    </inkml:context>
    <inkml:brush xml:id="br0">
      <inkml:brushProperty name="width" value="0.05" units="cm"/>
      <inkml:brushProperty name="height" value="0.05" units="cm"/>
      <inkml:brushProperty name="color" value="#FF0066"/>
    </inkml:brush>
  </inkml:definitions>
  <inkml:trace contextRef="#ctx0" brushRef="#br0">0 1 24575,'13'14'0,"0"0"0,12 19 0,4 5 0,-14-20 0,9 9 0,-2 2 0,32 51 0,-49-72 0,0 1 0,-1 0 0,0 1 0,-1-1 0,0 1 0,0-1 0,-1 1 0,0 0 0,-1 0 0,0 0 0,-1 0 0,0 0 0,0 0 0,-3 16 0,0-19 27,1 0-1,-1-1 0,0 1 0,0-1 1,-1 0-1,0 0 0,0 0 0,0 0 1,-1-1-1,0 0 0,0 0 0,-11 9 1,2-3-454,-1-1 0,0-1 1,-32 16-1,28-18-6399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14.885"/>
    </inkml:context>
    <inkml:brush xml:id="br0">
      <inkml:brushProperty name="width" value="0.05" units="cm"/>
      <inkml:brushProperty name="height" value="0.05" units="cm"/>
      <inkml:brushProperty name="color" value="#FF0066"/>
    </inkml:brush>
  </inkml:definitions>
  <inkml:trace contextRef="#ctx0" brushRef="#br0">0 0 24575,'1'1'0,"0"-1"0,0 1 0,0 0 0,0-1 0,0 1 0,-1 0 0,1 0 0,0 0 0,-1-1 0,1 1 0,-1 0 0,1 0 0,-1 0 0,1 0 0,-1 0 0,1 0 0,-1 0 0,0 0 0,1 2 0,0 1 0,7 13 0,47 125 0,-48-118 0,0 0 0,-2 0 0,-1 0 0,1 31 0,-4-34 0,-1-1 0,-4 36 0,3-48 0,-1 0 0,0 0 0,-1 0 0,1 0 0,-2-1 0,1 1 0,-1-1 0,0 0 0,-9 12 0,-22 20-1365,24-29-5461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15.670"/>
    </inkml:context>
    <inkml:brush xml:id="br0">
      <inkml:brushProperty name="width" value="0.05" units="cm"/>
      <inkml:brushProperty name="height" value="0.05" units="cm"/>
      <inkml:brushProperty name="color" value="#FF0066"/>
    </inkml:brush>
  </inkml:definitions>
  <inkml:trace contextRef="#ctx0" brushRef="#br0">0 0 24575,'1'1'0,"0"-1"0,-1 0 0,1 0 0,0 1 0,-1-1 0,1 0 0,0 1 0,-1-1 0,1 1 0,-1-1 0,1 1 0,0-1 0,-1 1 0,1-1 0,-1 1 0,0 0 0,1-1 0,-1 1 0,1 0 0,-1-1 0,0 1 0,0 0 0,1 0 0,5 21 0,-5-19 0,13 50 0,33 149 0,-46-192 0,1-1 0,1 1 0,-1-1 0,2 0 0,-1 0 0,1 0 0,10 15 0,-12-20 0,1-1 0,0 1 0,0-1 0,0 0 0,0 0 0,0 0 0,1 0 0,-1-1 0,1 0 0,0 1 0,-1-1 0,1 0 0,0-1 0,1 1 0,-1-1 0,0 0 0,0 0 0,0 0 0,1 0 0,4-1 0,12 0 0,-1-1 0,1-1 0,0-1 0,-1-1 0,1 0 0,-1-2 0,22-9 0,11-7 0,67-39 0,-104 50 0,0 1 0,-1-2 0,0 0 0,-1-1 0,0 0 0,16-21 0,-21 24-227,0 0-1,1 0 1,0 1-1,1 1 1,23-15-1,-16 14-6598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42.448"/>
    </inkml:context>
    <inkml:brush xml:id="br0">
      <inkml:brushProperty name="width" value="0.05" units="cm"/>
      <inkml:brushProperty name="height" value="0.05" units="cm"/>
      <inkml:brushProperty name="color" value="#FF0066"/>
    </inkml:brush>
  </inkml:definitions>
  <inkml:trace contextRef="#ctx0" brushRef="#br0">121 1 24575,'-28'24'0,"20"-18"0,0 1 0,1 0 0,-8 9 0,8-7 0,0 1 0,1 1 0,1-1 0,0 1 0,0 0 0,1 0 0,0 0 0,1 1 0,0-1 0,1 1 0,0 0 0,1 0 0,1 14 0,0-13 0,0 0 0,2-1 0,-1 1 0,2 0 0,0-1 0,0 1 0,1-1 0,0 0 0,1 0 0,1-1 0,0 0 0,8 12 0,-9-15 0,1-2 0,0 1 0,0-1 0,0 1 0,1-2 0,0 1 0,0-1 0,0 0 0,1 0 0,-1-1 0,12 5 0,-12-7 0,0 0 0,0 0 0,0-1 0,0 1 0,0-2 0,1 1 0,-1-1 0,0 0 0,0 0 0,1-1 0,-1 0 0,0-1 0,0 1 0,9-5 0,-7 3-80,-1-1 0,-1 0-1,1-1 1,-1 0 0,1 0-1,-1-1 1,-1 0 0,1 0-1,-1 0 1,0-1 0,-1 0 0,1 0-1,-1 0 1,-1-1 0,0 0-1,6-12 1,-6 6-6746</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43.448"/>
    </inkml:context>
    <inkml:brush xml:id="br0">
      <inkml:brushProperty name="width" value="0.05" units="cm"/>
      <inkml:brushProperty name="height" value="0.05" units="cm"/>
      <inkml:brushProperty name="color" value="#FF0066"/>
    </inkml:brush>
  </inkml:definitions>
  <inkml:trace contextRef="#ctx0" brushRef="#br0">1 1 24575,'-1'72'0,"2"82"0,1-144 0,0 0 0,0 0 0,1-1 0,0 1 0,1-1 0,0 0 0,0 0 0,1 0 0,0-1 0,1 1 0,-1-1 0,14 13 0,-16-19 0,0 1 0,1-1 0,-1 0 0,1 0 0,0 0 0,0 0 0,0-1 0,0 1 0,0-1 0,0 0 0,0 0 0,0-1 0,0 1 0,0-1 0,1 0 0,-1 0 0,5-1 0,2 0 0,0 0 0,0-1 0,0-1 0,0 0 0,13-5 0,-20 6 24,-1 0 0,1 0 0,-1 0 0,0 0 0,0-1-1,0 1 1,0-1 0,0 0 0,0 0 0,-1 0 0,1 0 0,3-6-1,0-3-203,-1 0 0,7-19 0,-3 7-955,-2 7-5691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44.692"/>
    </inkml:context>
    <inkml:brush xml:id="br0">
      <inkml:brushProperty name="width" value="0.05" units="cm"/>
      <inkml:brushProperty name="height" value="0.05" units="cm"/>
      <inkml:brushProperty name="color" value="#FF0066"/>
    </inkml:brush>
  </inkml:definitions>
  <inkml:trace contextRef="#ctx0" brushRef="#br0">0 37 24575,'29'1'0,"33"6"0,-33-3 0,33 1 0,117 4 0,-113-4 0,1-2 0,111-10 0,-157 3 0,0-1 0,37-13 0,-38 10 0,1 2 0,37-8 0,27 7 0,151 5 0,-132 4 0,101-1 0,350 12 0,-143-8 0,-240-7 0,-109 1 0,68 3 0,-48 13-1365,-69-14-5461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6:44.927"/>
    </inkml:context>
    <inkml:brush xml:id="br0">
      <inkml:brushProperty name="width" value="0.05" units="cm"/>
      <inkml:brushProperty name="height" value="0.05" units="cm"/>
      <inkml:brushProperty name="color" value="#FF0066"/>
    </inkml:brush>
  </inkml:definitions>
  <inkml:trace contextRef="#ctx0" brushRef="#br0">0 1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7:03.018"/>
    </inkml:context>
    <inkml:brush xml:id="br0">
      <inkml:brushProperty name="width" value="0.05" units="cm"/>
      <inkml:brushProperty name="height" value="0.05" units="cm"/>
      <inkml:brushProperty name="color" value="#FF0066"/>
    </inkml:brush>
  </inkml:definitions>
  <inkml:trace contextRef="#ctx0" brushRef="#br0">1911 1 24575,'-45'5'0,"11"0"0,-299 18 0,-47 5 0,-302 14 0,259-44-1365,409 2-5461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7:03.687"/>
    </inkml:context>
    <inkml:brush xml:id="br0">
      <inkml:brushProperty name="width" value="0.05" units="cm"/>
      <inkml:brushProperty name="height" value="0.05" units="cm"/>
      <inkml:brushProperty name="color" value="#FF0066"/>
    </inkml:brush>
  </inkml:definitions>
  <inkml:trace contextRef="#ctx0" brushRef="#br0">261 1287 24575,'-54'1'0,"-64"-3"0,114 2 0,0 0 0,1-1 0,-1 1 0,0-1 0,1 0 0,-1 0 0,1 0 0,-1-1 0,1 1 0,-1-1 0,1 0 0,0 0 0,0 0 0,0 0 0,0-1 0,0 1 0,1-1 0,-1 0 0,1 1 0,0-1 0,-3-5 0,2 1 0,0 0 0,0 0 0,1 0 0,0-1 0,1 1 0,0-1 0,0 0 0,0 1 0,1-13 0,0-18 0,0-75 0,19-150 0,-10 219 0,2 1 0,30-77 0,-10 37 0,7-26 0,39-128 0,-73 225-195,0 0 0,0 1 0,1-1 0,1 1 0,0 0 0,13-17 0,-11 18-6631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7:04.026"/>
    </inkml:context>
    <inkml:brush xml:id="br0">
      <inkml:brushProperty name="width" value="0.05" units="cm"/>
      <inkml:brushProperty name="height" value="0.05" units="cm"/>
      <inkml:brushProperty name="color" value="#FF0066"/>
    </inkml:brush>
  </inkml:definitions>
  <inkml:trace contextRef="#ctx0" brushRef="#br0">94 0 24575,'-3'3'0,"-3"7"0,-5 2 0,-5 1 0,-3-1 0,-2-3 0,3-3-8191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7:04.413"/>
    </inkml:context>
    <inkml:brush xml:id="br0">
      <inkml:brushProperty name="width" value="0.05" units="cm"/>
      <inkml:brushProperty name="height" value="0.05" units="cm"/>
      <inkml:brushProperty name="color" value="#FF0066"/>
    </inkml:brush>
  </inkml:definitions>
  <inkml:trace contextRef="#ctx0" brushRef="#br0">0 1 24575,'3'0'0,"4"0"0,3 0 0,1 3 0,0 1 0,0 2 0,-4 4 0,-2 3 0,-2 1 0,-1 2 0,-2 4 0,3-1 0,0-2 0,1-3-8191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6B98F1-4929-4136-A9CC-2BB66C9B3A9D}" type="datetimeFigureOut">
              <a:rPr lang="zh-CN" altLang="en-US" smtClean="0"/>
              <a:t>2026/4/23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136BA4-AC12-4B47-A9B7-4DBFC532E78E}" type="slidenum">
              <a:rPr lang="zh-CN" altLang="en-US" smtClean="0"/>
              <a:t>‹#›</a:t>
            </a:fld>
            <a:endParaRPr lang="zh-CN" altLang="en-US"/>
          </a:p>
        </p:txBody>
      </p:sp>
    </p:spTree>
    <p:extLst>
      <p:ext uri="{BB962C8B-B14F-4D97-AF65-F5344CB8AC3E}">
        <p14:creationId xmlns:p14="http://schemas.microsoft.com/office/powerpoint/2010/main" val="1135840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136BA4-AC12-4B47-A9B7-4DBFC532E78E}" type="slidenum">
              <a:rPr lang="zh-CN" altLang="en-US" smtClean="0"/>
              <a:t>7</a:t>
            </a:fld>
            <a:endParaRPr lang="zh-CN" altLang="en-US"/>
          </a:p>
        </p:txBody>
      </p:sp>
    </p:spTree>
    <p:extLst>
      <p:ext uri="{BB962C8B-B14F-4D97-AF65-F5344CB8AC3E}">
        <p14:creationId xmlns:p14="http://schemas.microsoft.com/office/powerpoint/2010/main" val="3625705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F3C05-BC5F-6840-4D29-57885FA8B6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F52F89-CED9-CC28-2C74-D429B243D4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3D3A0F-3BEC-02EA-935B-5D8F1F3ABA8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7E50639-CDCA-54AD-355A-322497770764}"/>
              </a:ext>
            </a:extLst>
          </p:cNvPr>
          <p:cNvSpPr>
            <a:spLocks noGrp="1"/>
          </p:cNvSpPr>
          <p:nvPr>
            <p:ph type="sldNum" sz="quarter" idx="5"/>
          </p:nvPr>
        </p:nvSpPr>
        <p:spPr/>
        <p:txBody>
          <a:bodyPr/>
          <a:lstStyle/>
          <a:p>
            <a:fld id="{B3136BA4-AC12-4B47-A9B7-4DBFC532E78E}" type="slidenum">
              <a:rPr lang="zh-CN" altLang="en-US" smtClean="0"/>
              <a:t>8</a:t>
            </a:fld>
            <a:endParaRPr lang="zh-CN" altLang="en-US"/>
          </a:p>
        </p:txBody>
      </p:sp>
    </p:spTree>
    <p:extLst>
      <p:ext uri="{BB962C8B-B14F-4D97-AF65-F5344CB8AC3E}">
        <p14:creationId xmlns:p14="http://schemas.microsoft.com/office/powerpoint/2010/main" val="1497549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4293102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273298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1995963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1013770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3673952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646680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3041447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2430783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3299267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694899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8FA9CC7-114C-49AD-8DE5-1FF5B4BC8B9C}" type="datetimeFigureOut">
              <a:rPr lang="zh-CN" altLang="en-US" smtClean="0"/>
              <a:t>2026/4/23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165663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FA9CC7-114C-49AD-8DE5-1FF5B4BC8B9C}" type="datetimeFigureOut">
              <a:rPr lang="zh-CN" altLang="en-US" smtClean="0"/>
              <a:t>2026/4/23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EBA448-8E9A-4223-B1A7-3DA347271A79}" type="slidenum">
              <a:rPr lang="zh-CN" altLang="en-US" smtClean="0"/>
              <a:t>‹#›</a:t>
            </a:fld>
            <a:endParaRPr lang="zh-CN" altLang="en-US"/>
          </a:p>
        </p:txBody>
      </p:sp>
    </p:spTree>
    <p:extLst>
      <p:ext uri="{BB962C8B-B14F-4D97-AF65-F5344CB8AC3E}">
        <p14:creationId xmlns:p14="http://schemas.microsoft.com/office/powerpoint/2010/main" val="192438456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11.png"/><Relationship Id="rId26" Type="http://schemas.openxmlformats.org/officeDocument/2006/relationships/image" Target="../media/image15.png"/><Relationship Id="rId39" Type="http://schemas.openxmlformats.org/officeDocument/2006/relationships/customXml" Target="../ink/ink18.xml"/><Relationship Id="rId21" Type="http://schemas.openxmlformats.org/officeDocument/2006/relationships/customXml" Target="../ink/ink9.xml"/><Relationship Id="rId34" Type="http://schemas.openxmlformats.org/officeDocument/2006/relationships/image" Target="../media/image19.png"/><Relationship Id="rId42" Type="http://schemas.openxmlformats.org/officeDocument/2006/relationships/image" Target="../media/image23.png"/><Relationship Id="rId47" Type="http://schemas.openxmlformats.org/officeDocument/2006/relationships/customXml" Target="../ink/ink22.xml"/><Relationship Id="rId50" Type="http://schemas.openxmlformats.org/officeDocument/2006/relationships/image" Target="../media/image27.png"/><Relationship Id="rId55" Type="http://schemas.openxmlformats.org/officeDocument/2006/relationships/customXml" Target="../ink/ink26.xml"/><Relationship Id="rId7" Type="http://schemas.openxmlformats.org/officeDocument/2006/relationships/customXml" Target="../ink/ink2.xml"/><Relationship Id="rId2" Type="http://schemas.openxmlformats.org/officeDocument/2006/relationships/notesSlide" Target="../notesSlides/notesSlide1.xml"/><Relationship Id="rId16" Type="http://schemas.openxmlformats.org/officeDocument/2006/relationships/image" Target="../media/image10.png"/><Relationship Id="rId29" Type="http://schemas.openxmlformats.org/officeDocument/2006/relationships/customXml" Target="../ink/ink13.xml"/><Relationship Id="rId11" Type="http://schemas.openxmlformats.org/officeDocument/2006/relationships/customXml" Target="../ink/ink4.xml"/><Relationship Id="rId24" Type="http://schemas.openxmlformats.org/officeDocument/2006/relationships/image" Target="../media/image14.png"/><Relationship Id="rId32" Type="http://schemas.openxmlformats.org/officeDocument/2006/relationships/image" Target="../media/image18.png"/><Relationship Id="rId37" Type="http://schemas.openxmlformats.org/officeDocument/2006/relationships/customXml" Target="../ink/ink17.xml"/><Relationship Id="rId40" Type="http://schemas.openxmlformats.org/officeDocument/2006/relationships/image" Target="../media/image22.png"/><Relationship Id="rId45" Type="http://schemas.openxmlformats.org/officeDocument/2006/relationships/customXml" Target="../ink/ink21.xml"/><Relationship Id="rId53" Type="http://schemas.openxmlformats.org/officeDocument/2006/relationships/customXml" Target="../ink/ink25.xml"/><Relationship Id="rId58" Type="http://schemas.openxmlformats.org/officeDocument/2006/relationships/image" Target="../media/image31.png"/><Relationship Id="rId5" Type="http://schemas.openxmlformats.org/officeDocument/2006/relationships/customXml" Target="../ink/ink1.xml"/><Relationship Id="rId19" Type="http://schemas.openxmlformats.org/officeDocument/2006/relationships/customXml" Target="../ink/ink8.xml"/><Relationship Id="rId4" Type="http://schemas.openxmlformats.org/officeDocument/2006/relationships/image" Target="../media/image4.png"/><Relationship Id="rId9" Type="http://schemas.openxmlformats.org/officeDocument/2006/relationships/customXml" Target="../ink/ink3.xml"/><Relationship Id="rId14" Type="http://schemas.openxmlformats.org/officeDocument/2006/relationships/image" Target="../media/image9.png"/><Relationship Id="rId22" Type="http://schemas.openxmlformats.org/officeDocument/2006/relationships/image" Target="../media/image13.png"/><Relationship Id="rId27" Type="http://schemas.openxmlformats.org/officeDocument/2006/relationships/customXml" Target="../ink/ink12.xml"/><Relationship Id="rId30" Type="http://schemas.openxmlformats.org/officeDocument/2006/relationships/image" Target="../media/image17.png"/><Relationship Id="rId35" Type="http://schemas.openxmlformats.org/officeDocument/2006/relationships/customXml" Target="../ink/ink16.xml"/><Relationship Id="rId43" Type="http://schemas.openxmlformats.org/officeDocument/2006/relationships/customXml" Target="../ink/ink20.xml"/><Relationship Id="rId48" Type="http://schemas.openxmlformats.org/officeDocument/2006/relationships/image" Target="../media/image26.png"/><Relationship Id="rId56" Type="http://schemas.openxmlformats.org/officeDocument/2006/relationships/image" Target="../media/image30.png"/><Relationship Id="rId8" Type="http://schemas.openxmlformats.org/officeDocument/2006/relationships/image" Target="../media/image6.png"/><Relationship Id="rId51" Type="http://schemas.openxmlformats.org/officeDocument/2006/relationships/customXml" Target="../ink/ink24.xml"/><Relationship Id="rId3"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21.png"/><Relationship Id="rId46" Type="http://schemas.openxmlformats.org/officeDocument/2006/relationships/image" Target="../media/image25.png"/><Relationship Id="rId20" Type="http://schemas.openxmlformats.org/officeDocument/2006/relationships/image" Target="../media/image12.png"/><Relationship Id="rId41" Type="http://schemas.openxmlformats.org/officeDocument/2006/relationships/customXml" Target="../ink/ink19.xml"/><Relationship Id="rId54"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5.png"/><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16.png"/><Relationship Id="rId36" Type="http://schemas.openxmlformats.org/officeDocument/2006/relationships/image" Target="../media/image20.png"/><Relationship Id="rId49" Type="http://schemas.openxmlformats.org/officeDocument/2006/relationships/customXml" Target="../ink/ink23.xml"/><Relationship Id="rId57" Type="http://schemas.openxmlformats.org/officeDocument/2006/relationships/customXml" Target="../ink/ink27.xml"/><Relationship Id="rId10" Type="http://schemas.openxmlformats.org/officeDocument/2006/relationships/image" Target="../media/image7.png"/><Relationship Id="rId31" Type="http://schemas.openxmlformats.org/officeDocument/2006/relationships/customXml" Target="../ink/ink14.xml"/><Relationship Id="rId44" Type="http://schemas.openxmlformats.org/officeDocument/2006/relationships/image" Target="../media/image24.png"/><Relationship Id="rId52"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12E11-7C8B-699E-AFF6-F06255C44FA8}"/>
              </a:ext>
            </a:extLst>
          </p:cNvPr>
          <p:cNvSpPr>
            <a:spLocks noGrp="1"/>
          </p:cNvSpPr>
          <p:nvPr>
            <p:ph type="ctrTitle"/>
          </p:nvPr>
        </p:nvSpPr>
        <p:spPr/>
        <p:txBody>
          <a:bodyPr/>
          <a:lstStyle/>
          <a:p>
            <a:r>
              <a:rPr lang="en-US" altLang="zh-CN" dirty="0"/>
              <a:t>Python</a:t>
            </a:r>
            <a:endParaRPr lang="zh-CN" altLang="en-US" dirty="0"/>
          </a:p>
        </p:txBody>
      </p:sp>
      <p:sp>
        <p:nvSpPr>
          <p:cNvPr id="3" name="副标题 2">
            <a:extLst>
              <a:ext uri="{FF2B5EF4-FFF2-40B4-BE49-F238E27FC236}">
                <a16:creationId xmlns:a16="http://schemas.microsoft.com/office/drawing/2014/main" id="{00DCC62B-10E0-FB1D-6444-C409AD203267}"/>
              </a:ext>
            </a:extLst>
          </p:cNvPr>
          <p:cNvSpPr>
            <a:spLocks noGrp="1"/>
          </p:cNvSpPr>
          <p:nvPr>
            <p:ph type="subTitle" idx="1"/>
          </p:nvPr>
        </p:nvSpPr>
        <p:spPr/>
        <p:txBody>
          <a:bodyPr/>
          <a:lstStyle/>
          <a:p>
            <a:r>
              <a:rPr lang="zh-CN" altLang="en-US" dirty="0"/>
              <a:t>第二课</a:t>
            </a:r>
          </a:p>
        </p:txBody>
      </p:sp>
    </p:spTree>
    <p:extLst>
      <p:ext uri="{BB962C8B-B14F-4D97-AF65-F5344CB8AC3E}">
        <p14:creationId xmlns:p14="http://schemas.microsoft.com/office/powerpoint/2010/main" val="1973430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E268A-458F-E5A4-1F74-CC3C47CC8C1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83C8F29-7BF7-38F6-4184-56DDFEE83B18}"/>
              </a:ext>
            </a:extLst>
          </p:cNvPr>
          <p:cNvSpPr txBox="1"/>
          <p:nvPr/>
        </p:nvSpPr>
        <p:spPr>
          <a:xfrm>
            <a:off x="1244257" y="1573139"/>
            <a:ext cx="9182357" cy="2585323"/>
          </a:xfrm>
          <a:prstGeom prst="rect">
            <a:avLst/>
          </a:prstGeom>
          <a:noFill/>
        </p:spPr>
        <p:txBody>
          <a:bodyPr wrap="square">
            <a:spAutoFit/>
          </a:bodyPr>
          <a:lstStyle/>
          <a:p>
            <a:pPr marL="342900" indent="-342900">
              <a:buAutoNum type="arabicPeriod"/>
            </a:pPr>
            <a:r>
              <a:rPr lang="zh-CN" altLang="en-US" dirty="0"/>
              <a:t>建立编程思想：把所有数值看作可变量而非死数值。思考边界情况。</a:t>
            </a:r>
            <a:endParaRPr lang="en-US" altLang="zh-CN" dirty="0"/>
          </a:p>
          <a:p>
            <a:pPr lvl="1"/>
            <a:r>
              <a:rPr lang="zh-CN" altLang="en-US" dirty="0"/>
              <a:t>也就是说把作业题目看作：由程序生成一个</a:t>
            </a:r>
            <a:r>
              <a:rPr lang="en-US" altLang="zh-CN" dirty="0"/>
              <a:t>a-b</a:t>
            </a:r>
            <a:r>
              <a:rPr lang="zh-CN" altLang="en-US" dirty="0"/>
              <a:t>以内的随机整数。用户有</a:t>
            </a:r>
            <a:r>
              <a:rPr lang="en-US" altLang="zh-CN" dirty="0"/>
              <a:t>n</a:t>
            </a:r>
            <a:r>
              <a:rPr lang="zh-CN" altLang="en-US" dirty="0"/>
              <a:t>次机会猜测一个整数，程序告诉用户是大了还是小了</a:t>
            </a:r>
            <a:r>
              <a:rPr lang="en-US" altLang="zh-CN" dirty="0"/>
              <a:t>……</a:t>
            </a:r>
          </a:p>
          <a:p>
            <a:pPr lvl="1"/>
            <a:endParaRPr lang="en-US" altLang="zh-CN" dirty="0"/>
          </a:p>
          <a:p>
            <a:pPr lvl="1"/>
            <a:r>
              <a:rPr lang="zh-CN" altLang="en-US" dirty="0"/>
              <a:t>需要考虑到当</a:t>
            </a:r>
            <a:r>
              <a:rPr lang="en-US" altLang="zh-CN" dirty="0"/>
              <a:t>n</a:t>
            </a:r>
            <a:r>
              <a:rPr lang="zh-CN" altLang="en-US" dirty="0"/>
              <a:t>为很大的一个数（例如</a:t>
            </a:r>
            <a:r>
              <a:rPr lang="en-US" altLang="zh-CN" dirty="0"/>
              <a:t>1000</a:t>
            </a:r>
            <a:r>
              <a:rPr lang="zh-CN" altLang="en-US" dirty="0"/>
              <a:t>）时，程序的适应性（</a:t>
            </a:r>
            <a:r>
              <a:rPr lang="en-US" altLang="zh-CN" dirty="0"/>
              <a:t>a</a:t>
            </a:r>
            <a:r>
              <a:rPr lang="zh-CN" altLang="en-US" dirty="0"/>
              <a:t>和</a:t>
            </a:r>
            <a:r>
              <a:rPr lang="en-US" altLang="zh-CN" dirty="0"/>
              <a:t>b</a:t>
            </a:r>
            <a:r>
              <a:rPr lang="zh-CN" altLang="en-US" dirty="0"/>
              <a:t>已经由</a:t>
            </a:r>
            <a:r>
              <a:rPr lang="en-US" altLang="zh-CN" dirty="0" err="1"/>
              <a:t>randint</a:t>
            </a:r>
            <a:r>
              <a:rPr lang="zh-CN" altLang="en-US" dirty="0"/>
              <a:t>函数去考虑了，不用管）。也就是说</a:t>
            </a:r>
            <a:r>
              <a:rPr lang="en-US" altLang="zh-CN" dirty="0"/>
              <a:t>while</a:t>
            </a:r>
            <a:r>
              <a:rPr lang="zh-CN" altLang="en-US" dirty="0"/>
              <a:t>或者</a:t>
            </a:r>
            <a:r>
              <a:rPr lang="en-US" altLang="zh-CN" dirty="0"/>
              <a:t>for</a:t>
            </a:r>
            <a:r>
              <a:rPr lang="zh-CN" altLang="en-US" dirty="0"/>
              <a:t>循环是更合适的。当前程序其实是为特定的</a:t>
            </a:r>
            <a:r>
              <a:rPr lang="en-US" altLang="zh-CN" dirty="0"/>
              <a:t>n</a:t>
            </a:r>
            <a:r>
              <a:rPr lang="zh-CN" altLang="en-US" dirty="0"/>
              <a:t>量身打造的。尽量避免写这种不通用的程序。</a:t>
            </a:r>
            <a:endParaRPr lang="en-US" altLang="zh-CN" dirty="0"/>
          </a:p>
          <a:p>
            <a:pPr marL="342900" indent="-342900">
              <a:buAutoNum type="arabicPeriod"/>
            </a:pPr>
            <a:endParaRPr lang="en-US" altLang="zh-CN" dirty="0"/>
          </a:p>
          <a:p>
            <a:pPr marL="342900" indent="-342900">
              <a:buAutoNum type="arabicPeriod"/>
            </a:pPr>
            <a:r>
              <a:rPr lang="zh-CN" altLang="en-US" dirty="0"/>
              <a:t>注释的习惯非常好</a:t>
            </a:r>
          </a:p>
        </p:txBody>
      </p:sp>
      <p:sp>
        <p:nvSpPr>
          <p:cNvPr id="6" name="标题 1">
            <a:extLst>
              <a:ext uri="{FF2B5EF4-FFF2-40B4-BE49-F238E27FC236}">
                <a16:creationId xmlns:a16="http://schemas.microsoft.com/office/drawing/2014/main" id="{639600A3-8487-5D6C-203F-310810ABF66C}"/>
              </a:ext>
            </a:extLst>
          </p:cNvPr>
          <p:cNvSpPr txBox="1">
            <a:spLocks/>
          </p:cNvSpPr>
          <p:nvPr/>
        </p:nvSpPr>
        <p:spPr>
          <a:xfrm>
            <a:off x="838200" y="502145"/>
            <a:ext cx="10515600" cy="9174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400" dirty="0"/>
              <a:t>作业反馈</a:t>
            </a:r>
          </a:p>
        </p:txBody>
      </p:sp>
    </p:spTree>
    <p:extLst>
      <p:ext uri="{BB962C8B-B14F-4D97-AF65-F5344CB8AC3E}">
        <p14:creationId xmlns:p14="http://schemas.microsoft.com/office/powerpoint/2010/main" val="688753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18B35-27F0-CFAD-E91C-5FED7F41DC35}"/>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93F9824-8E18-4CCD-53DB-7C5DB3B579D2}"/>
              </a:ext>
            </a:extLst>
          </p:cNvPr>
          <p:cNvSpPr txBox="1"/>
          <p:nvPr/>
        </p:nvSpPr>
        <p:spPr>
          <a:xfrm>
            <a:off x="1244259" y="1573139"/>
            <a:ext cx="3309330" cy="2862322"/>
          </a:xfrm>
          <a:prstGeom prst="rect">
            <a:avLst/>
          </a:prstGeom>
          <a:noFill/>
        </p:spPr>
        <p:txBody>
          <a:bodyPr wrap="square">
            <a:spAutoFit/>
          </a:bodyPr>
          <a:lstStyle/>
          <a:p>
            <a:r>
              <a:rPr lang="zh-CN" altLang="en-US" dirty="0"/>
              <a:t>我写的已经上传至：</a:t>
            </a:r>
            <a:endParaRPr lang="en-US" altLang="zh-CN" dirty="0"/>
          </a:p>
          <a:p>
            <a:r>
              <a:rPr lang="zh-CN" altLang="en-US" dirty="0"/>
              <a:t>我的网盘/python学习/20260415-计算机原理、图灵完备与python基础语法</a:t>
            </a:r>
            <a:r>
              <a:rPr lang="en-US" altLang="zh-CN" dirty="0"/>
              <a:t>/</a:t>
            </a:r>
            <a:r>
              <a:rPr lang="zh-CN" altLang="en-US" dirty="0"/>
              <a:t>作业</a:t>
            </a:r>
            <a:r>
              <a:rPr lang="en-US" altLang="zh-CN" dirty="0"/>
              <a:t>_Amber.py</a:t>
            </a:r>
          </a:p>
          <a:p>
            <a:endParaRPr lang="en-US" altLang="zh-CN" dirty="0"/>
          </a:p>
          <a:p>
            <a:r>
              <a:rPr lang="zh-CN" altLang="en-US" dirty="0"/>
              <a:t>思路：使用</a:t>
            </a:r>
            <a:r>
              <a:rPr lang="en-US" altLang="zh-CN" dirty="0"/>
              <a:t>while True</a:t>
            </a:r>
            <a:r>
              <a:rPr lang="zh-CN" altLang="en-US" dirty="0"/>
              <a:t>进行循环，在循环内判断，当</a:t>
            </a:r>
            <a:r>
              <a:rPr lang="en-US" altLang="zh-CN" dirty="0"/>
              <a:t>1</a:t>
            </a:r>
            <a:r>
              <a:rPr lang="zh-CN" altLang="en-US" dirty="0"/>
              <a:t>）玩家猜对，或</a:t>
            </a:r>
            <a:r>
              <a:rPr lang="en-US" altLang="zh-CN" dirty="0"/>
              <a:t>2</a:t>
            </a:r>
            <a:r>
              <a:rPr lang="zh-CN" altLang="en-US" dirty="0"/>
              <a:t>）猜的次数耗尽，时结束循环</a:t>
            </a:r>
          </a:p>
        </p:txBody>
      </p:sp>
      <p:sp>
        <p:nvSpPr>
          <p:cNvPr id="6" name="标题 1">
            <a:extLst>
              <a:ext uri="{FF2B5EF4-FFF2-40B4-BE49-F238E27FC236}">
                <a16:creationId xmlns:a16="http://schemas.microsoft.com/office/drawing/2014/main" id="{C0411A9A-ABAA-9710-66F4-52BAB75CA1FA}"/>
              </a:ext>
            </a:extLst>
          </p:cNvPr>
          <p:cNvSpPr txBox="1">
            <a:spLocks/>
          </p:cNvSpPr>
          <p:nvPr/>
        </p:nvSpPr>
        <p:spPr>
          <a:xfrm>
            <a:off x="838200" y="502145"/>
            <a:ext cx="10515600" cy="9174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4400" dirty="0"/>
              <a:t>作业反馈</a:t>
            </a:r>
          </a:p>
        </p:txBody>
      </p:sp>
      <p:pic>
        <p:nvPicPr>
          <p:cNvPr id="10" name="图片 9">
            <a:extLst>
              <a:ext uri="{FF2B5EF4-FFF2-40B4-BE49-F238E27FC236}">
                <a16:creationId xmlns:a16="http://schemas.microsoft.com/office/drawing/2014/main" id="{BD994F68-A9BB-2342-97B9-585320E925FD}"/>
              </a:ext>
            </a:extLst>
          </p:cNvPr>
          <p:cNvPicPr>
            <a:picLocks noChangeAspect="1"/>
          </p:cNvPicPr>
          <p:nvPr/>
        </p:nvPicPr>
        <p:blipFill>
          <a:blip r:embed="rId2"/>
          <a:stretch>
            <a:fillRect/>
          </a:stretch>
        </p:blipFill>
        <p:spPr>
          <a:xfrm>
            <a:off x="4888712" y="380488"/>
            <a:ext cx="6360489" cy="6238172"/>
          </a:xfrm>
          <a:prstGeom prst="rect">
            <a:avLst/>
          </a:prstGeom>
        </p:spPr>
      </p:pic>
    </p:spTree>
    <p:extLst>
      <p:ext uri="{BB962C8B-B14F-4D97-AF65-F5344CB8AC3E}">
        <p14:creationId xmlns:p14="http://schemas.microsoft.com/office/powerpoint/2010/main" val="1763216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682A1-194C-393C-6204-0A29048BF54D}"/>
            </a:ext>
          </a:extLst>
        </p:cNvPr>
        <p:cNvGrpSpPr/>
        <p:nvPr/>
      </p:nvGrpSpPr>
      <p:grpSpPr>
        <a:xfrm>
          <a:off x="0" y="0"/>
          <a:ext cx="0" cy="0"/>
          <a:chOff x="0" y="0"/>
          <a:chExt cx="0" cy="0"/>
        </a:xfrm>
      </p:grpSpPr>
      <p:pic>
        <p:nvPicPr>
          <p:cNvPr id="21" name="图片 20">
            <a:extLst>
              <a:ext uri="{FF2B5EF4-FFF2-40B4-BE49-F238E27FC236}">
                <a16:creationId xmlns:a16="http://schemas.microsoft.com/office/drawing/2014/main" id="{66235786-E3C7-6A66-598D-164580CC2359}"/>
              </a:ext>
            </a:extLst>
          </p:cNvPr>
          <p:cNvPicPr>
            <a:picLocks noChangeAspect="1"/>
          </p:cNvPicPr>
          <p:nvPr/>
        </p:nvPicPr>
        <p:blipFill>
          <a:blip r:embed="rId2"/>
          <a:stretch>
            <a:fillRect/>
          </a:stretch>
        </p:blipFill>
        <p:spPr>
          <a:xfrm>
            <a:off x="1756757" y="437732"/>
            <a:ext cx="8678486" cy="5982535"/>
          </a:xfrm>
          <a:prstGeom prst="rect">
            <a:avLst/>
          </a:prstGeom>
        </p:spPr>
      </p:pic>
    </p:spTree>
    <p:extLst>
      <p:ext uri="{BB962C8B-B14F-4D97-AF65-F5344CB8AC3E}">
        <p14:creationId xmlns:p14="http://schemas.microsoft.com/office/powerpoint/2010/main" val="4275773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F822F2-347C-A111-E4CC-75D2901B5ADC}"/>
              </a:ext>
            </a:extLst>
          </p:cNvPr>
          <p:cNvSpPr>
            <a:spLocks noGrp="1"/>
          </p:cNvSpPr>
          <p:nvPr>
            <p:ph type="title"/>
          </p:nvPr>
        </p:nvSpPr>
        <p:spPr/>
        <p:txBody>
          <a:bodyPr/>
          <a:lstStyle/>
          <a:p>
            <a:r>
              <a:rPr lang="zh-CN" altLang="en-US" dirty="0"/>
              <a:t>轻轻带过：</a:t>
            </a:r>
          </a:p>
        </p:txBody>
      </p:sp>
      <p:sp>
        <p:nvSpPr>
          <p:cNvPr id="3" name="内容占位符 2">
            <a:extLst>
              <a:ext uri="{FF2B5EF4-FFF2-40B4-BE49-F238E27FC236}">
                <a16:creationId xmlns:a16="http://schemas.microsoft.com/office/drawing/2014/main" id="{7088A52F-D539-6DBD-812B-E1ADFC8B2378}"/>
              </a:ext>
            </a:extLst>
          </p:cNvPr>
          <p:cNvSpPr>
            <a:spLocks noGrp="1"/>
          </p:cNvSpPr>
          <p:nvPr>
            <p:ph idx="1"/>
          </p:nvPr>
        </p:nvSpPr>
        <p:spPr>
          <a:xfrm>
            <a:off x="838200" y="1825625"/>
            <a:ext cx="6127196" cy="1445349"/>
          </a:xfrm>
        </p:spPr>
        <p:txBody>
          <a:bodyPr>
            <a:normAutofit/>
          </a:bodyPr>
          <a:lstStyle/>
          <a:p>
            <a:r>
              <a:rPr lang="zh-CN" altLang="en-US" dirty="0"/>
              <a:t>代码演示：</a:t>
            </a:r>
            <a:endParaRPr lang="en-US" altLang="zh-CN" dirty="0"/>
          </a:p>
          <a:p>
            <a:pPr lvl="1"/>
            <a:r>
              <a:rPr lang="en-US" altLang="zh-CN" dirty="0"/>
              <a:t>for </a:t>
            </a:r>
            <a:r>
              <a:rPr lang="zh-CN" altLang="en-US" dirty="0"/>
              <a:t>循环语法： </a:t>
            </a:r>
            <a:r>
              <a:rPr lang="en-US" altLang="zh-CN" dirty="0"/>
              <a:t>for_loop.py</a:t>
            </a:r>
          </a:p>
          <a:p>
            <a:pPr lvl="1"/>
            <a:r>
              <a:rPr lang="en-US" altLang="zh-CN" dirty="0"/>
              <a:t>while</a:t>
            </a:r>
            <a:r>
              <a:rPr lang="zh-CN" altLang="en-US" dirty="0"/>
              <a:t>循环语法：</a:t>
            </a:r>
            <a:r>
              <a:rPr lang="en-US" altLang="zh-CN" dirty="0"/>
              <a:t>while_loop.py</a:t>
            </a:r>
            <a:endParaRPr lang="zh-CN" altLang="en-US" dirty="0"/>
          </a:p>
        </p:txBody>
      </p:sp>
    </p:spTree>
    <p:extLst>
      <p:ext uri="{BB962C8B-B14F-4D97-AF65-F5344CB8AC3E}">
        <p14:creationId xmlns:p14="http://schemas.microsoft.com/office/powerpoint/2010/main" val="1215450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137FA9-E991-4C7A-A6AF-69300F4108AB}"/>
              </a:ext>
            </a:extLst>
          </p:cNvPr>
          <p:cNvSpPr>
            <a:spLocks noGrp="1"/>
          </p:cNvSpPr>
          <p:nvPr>
            <p:ph type="title"/>
          </p:nvPr>
        </p:nvSpPr>
        <p:spPr/>
        <p:txBody>
          <a:bodyPr/>
          <a:lstStyle/>
          <a:p>
            <a:r>
              <a:rPr lang="zh-CN" altLang="en-US" dirty="0"/>
              <a:t>函数</a:t>
            </a:r>
            <a:r>
              <a:rPr lang="en-US" altLang="zh-CN" dirty="0"/>
              <a:t>——</a:t>
            </a:r>
            <a:r>
              <a:rPr lang="zh-CN" altLang="en-US" dirty="0"/>
              <a:t>可复用的代码块</a:t>
            </a:r>
          </a:p>
        </p:txBody>
      </p:sp>
      <p:sp>
        <p:nvSpPr>
          <p:cNvPr id="3" name="内容占位符 2">
            <a:extLst>
              <a:ext uri="{FF2B5EF4-FFF2-40B4-BE49-F238E27FC236}">
                <a16:creationId xmlns:a16="http://schemas.microsoft.com/office/drawing/2014/main" id="{A814170C-730F-1C95-B8B9-4E1E25CBF842}"/>
              </a:ext>
            </a:extLst>
          </p:cNvPr>
          <p:cNvSpPr>
            <a:spLocks noGrp="1"/>
          </p:cNvSpPr>
          <p:nvPr>
            <p:ph idx="1"/>
          </p:nvPr>
        </p:nvSpPr>
        <p:spPr>
          <a:xfrm>
            <a:off x="838200" y="1825624"/>
            <a:ext cx="10515600" cy="4765419"/>
          </a:xfrm>
        </p:spPr>
        <p:txBody>
          <a:bodyPr>
            <a:normAutofit lnSpcReduction="10000"/>
          </a:bodyPr>
          <a:lstStyle/>
          <a:p>
            <a:r>
              <a:rPr lang="zh-CN" altLang="en-US" dirty="0"/>
              <a:t>定位：可复用的代码块。提高编程效率、提高代码可读性</a:t>
            </a:r>
            <a:endParaRPr lang="en-US" altLang="zh-CN" dirty="0"/>
          </a:p>
          <a:p>
            <a:pPr marL="457200" lvl="1" indent="0">
              <a:buNone/>
            </a:pPr>
            <a:r>
              <a:rPr lang="zh-CN" altLang="en-US" dirty="0"/>
              <a:t>可以有或没有传入参数（</a:t>
            </a:r>
            <a:r>
              <a:rPr lang="en-US" altLang="zh-CN" dirty="0"/>
              <a:t>parameters</a:t>
            </a:r>
            <a:r>
              <a:rPr lang="zh-CN" altLang="en-US" dirty="0"/>
              <a:t>）与输出结果（</a:t>
            </a:r>
            <a:r>
              <a:rPr lang="en-US" altLang="zh-CN" dirty="0"/>
              <a:t>return</a:t>
            </a:r>
            <a:r>
              <a:rPr lang="zh-CN" altLang="en-US" dirty="0"/>
              <a:t>）</a:t>
            </a:r>
            <a:endParaRPr lang="en-US" altLang="zh-CN" dirty="0"/>
          </a:p>
          <a:p>
            <a:r>
              <a:rPr lang="zh-CN" altLang="en-US" dirty="0"/>
              <a:t>已经接触过了语言自带的内置函数：</a:t>
            </a:r>
            <a:r>
              <a:rPr lang="en-US" altLang="zh-CN" dirty="0"/>
              <a:t>print(), type() str(), int(), input()…</a:t>
            </a:r>
            <a:r>
              <a:rPr lang="zh-CN" altLang="en-US" dirty="0"/>
              <a:t>但程序员永远会需要根据项目场景写自己的函数</a:t>
            </a:r>
            <a:endParaRPr lang="en-US" altLang="zh-CN" dirty="0"/>
          </a:p>
          <a:p>
            <a:endParaRPr lang="en-US" altLang="zh-CN" dirty="0"/>
          </a:p>
          <a:p>
            <a:r>
              <a:rPr lang="zh-CN" altLang="en-US" dirty="0"/>
              <a:t>举例：有函数和无函数的情况下打印全校所有学生的语数外成绩：</a:t>
            </a:r>
            <a:endParaRPr lang="en-US" altLang="zh-CN" dirty="0"/>
          </a:p>
          <a:p>
            <a:pPr marL="0" indent="0">
              <a:buNone/>
            </a:pPr>
            <a:r>
              <a:rPr lang="en-GB" altLang="zh-CN" dirty="0"/>
              <a:t>    function_print_scores.py</a:t>
            </a:r>
          </a:p>
          <a:p>
            <a:pPr marL="0" indent="0">
              <a:buNone/>
            </a:pPr>
            <a:endParaRPr lang="en-US" altLang="zh-CN" dirty="0"/>
          </a:p>
          <a:p>
            <a:r>
              <a:rPr lang="zh-CN" altLang="en-US" dirty="0"/>
              <a:t>定义函数的语法：</a:t>
            </a:r>
            <a:endParaRPr lang="en-US" altLang="zh-CN" dirty="0"/>
          </a:p>
          <a:p>
            <a:pPr marL="457200" lvl="1" indent="0">
              <a:buNone/>
            </a:pPr>
            <a:r>
              <a:rPr lang="en-US" altLang="zh-CN" dirty="0"/>
              <a:t>def &lt;</a:t>
            </a:r>
            <a:r>
              <a:rPr lang="en-US" altLang="zh-CN" dirty="0" err="1"/>
              <a:t>functionName</a:t>
            </a:r>
            <a:r>
              <a:rPr lang="en-US" altLang="zh-CN" dirty="0"/>
              <a:t>&gt;(&lt;parameters&gt;): </a:t>
            </a:r>
          </a:p>
          <a:p>
            <a:pPr marL="457200" lvl="1" indent="0">
              <a:buNone/>
            </a:pPr>
            <a:r>
              <a:rPr lang="en-US" altLang="zh-CN" dirty="0"/>
              <a:t>	code block…</a:t>
            </a:r>
            <a:endParaRPr lang="zh-CN" altLang="en-US" dirty="0"/>
          </a:p>
          <a:p>
            <a:endParaRPr lang="en-US" altLang="zh-CN" dirty="0"/>
          </a:p>
          <a:p>
            <a:pPr lvl="1"/>
            <a:endParaRPr lang="en-US" altLang="zh-CN" dirty="0"/>
          </a:p>
          <a:p>
            <a:pPr lvl="1"/>
            <a:endParaRPr lang="zh-CN" altLang="en-US" dirty="0"/>
          </a:p>
        </p:txBody>
      </p:sp>
    </p:spTree>
    <p:extLst>
      <p:ext uri="{BB962C8B-B14F-4D97-AF65-F5344CB8AC3E}">
        <p14:creationId xmlns:p14="http://schemas.microsoft.com/office/powerpoint/2010/main" val="2109344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096A586F-B2C5-FAB3-A213-F891C92F4572}"/>
              </a:ext>
            </a:extLst>
          </p:cNvPr>
          <p:cNvSpPr>
            <a:spLocks noGrp="1"/>
          </p:cNvSpPr>
          <p:nvPr>
            <p:ph type="title"/>
          </p:nvPr>
        </p:nvSpPr>
        <p:spPr>
          <a:xfrm>
            <a:off x="838200" y="0"/>
            <a:ext cx="10515600" cy="1325563"/>
          </a:xfrm>
        </p:spPr>
        <p:txBody>
          <a:bodyPr/>
          <a:lstStyle/>
          <a:p>
            <a:r>
              <a:rPr lang="zh-CN" altLang="en-US" dirty="0"/>
              <a:t>函数</a:t>
            </a:r>
            <a:r>
              <a:rPr lang="en-US" altLang="zh-CN" dirty="0"/>
              <a:t>——</a:t>
            </a:r>
            <a:r>
              <a:rPr lang="zh-CN" altLang="en-US" dirty="0"/>
              <a:t>可复用的代码块</a:t>
            </a:r>
          </a:p>
        </p:txBody>
      </p:sp>
      <p:sp>
        <p:nvSpPr>
          <p:cNvPr id="9" name="内容占位符 2">
            <a:extLst>
              <a:ext uri="{FF2B5EF4-FFF2-40B4-BE49-F238E27FC236}">
                <a16:creationId xmlns:a16="http://schemas.microsoft.com/office/drawing/2014/main" id="{C0330B8C-FA4B-2836-4F64-2098EC2AFAD5}"/>
              </a:ext>
            </a:extLst>
          </p:cNvPr>
          <p:cNvSpPr>
            <a:spLocks noGrp="1"/>
          </p:cNvSpPr>
          <p:nvPr>
            <p:ph idx="1"/>
          </p:nvPr>
        </p:nvSpPr>
        <p:spPr>
          <a:xfrm>
            <a:off x="838200" y="1141391"/>
            <a:ext cx="10515600" cy="4765419"/>
          </a:xfrm>
        </p:spPr>
        <p:txBody>
          <a:bodyPr>
            <a:normAutofit/>
          </a:bodyPr>
          <a:lstStyle/>
          <a:p>
            <a:r>
              <a:rPr lang="zh-CN" altLang="en-US" sz="2400" dirty="0"/>
              <a:t>函数体格式：与</a:t>
            </a:r>
            <a:r>
              <a:rPr lang="en-US" altLang="zh-CN" sz="2400" dirty="0"/>
              <a:t>C</a:t>
            </a:r>
            <a:r>
              <a:rPr lang="zh-CN" altLang="en-US" sz="2400" dirty="0"/>
              <a:t>语言对比：</a:t>
            </a:r>
            <a:endParaRPr lang="en-US" altLang="zh-CN" sz="2400" dirty="0"/>
          </a:p>
          <a:p>
            <a:pPr marL="457200" lvl="1" indent="0">
              <a:buNone/>
            </a:pPr>
            <a:r>
              <a:rPr lang="zh-CN" altLang="en-US" sz="2000" dirty="0"/>
              <a:t>主要区别再次体现了</a:t>
            </a:r>
            <a:r>
              <a:rPr lang="en-US" altLang="zh-CN" sz="2000" dirty="0"/>
              <a:t>python</a:t>
            </a:r>
            <a:r>
              <a:rPr lang="zh-CN" altLang="en-US" sz="2000" dirty="0"/>
              <a:t>的轻量和灵活性：无需指定输入和返回的数据类型</a:t>
            </a:r>
            <a:endParaRPr lang="en-US" altLang="zh-CN" sz="2000" dirty="0"/>
          </a:p>
        </p:txBody>
      </p:sp>
      <p:pic>
        <p:nvPicPr>
          <p:cNvPr id="11" name="图片 10">
            <a:extLst>
              <a:ext uri="{FF2B5EF4-FFF2-40B4-BE49-F238E27FC236}">
                <a16:creationId xmlns:a16="http://schemas.microsoft.com/office/drawing/2014/main" id="{A9CA3EC1-F618-B841-6F5E-A8F04A5E0075}"/>
              </a:ext>
            </a:extLst>
          </p:cNvPr>
          <p:cNvPicPr>
            <a:picLocks noChangeAspect="1"/>
          </p:cNvPicPr>
          <p:nvPr/>
        </p:nvPicPr>
        <p:blipFill>
          <a:blip r:embed="rId3"/>
          <a:stretch>
            <a:fillRect/>
          </a:stretch>
        </p:blipFill>
        <p:spPr>
          <a:xfrm>
            <a:off x="1141858" y="1954156"/>
            <a:ext cx="2877051" cy="2648891"/>
          </a:xfrm>
          <a:prstGeom prst="rect">
            <a:avLst/>
          </a:prstGeom>
        </p:spPr>
      </p:pic>
      <p:pic>
        <p:nvPicPr>
          <p:cNvPr id="13" name="图片 12">
            <a:extLst>
              <a:ext uri="{FF2B5EF4-FFF2-40B4-BE49-F238E27FC236}">
                <a16:creationId xmlns:a16="http://schemas.microsoft.com/office/drawing/2014/main" id="{4F981653-777A-7CF4-F036-C44B82C986CC}"/>
              </a:ext>
            </a:extLst>
          </p:cNvPr>
          <p:cNvPicPr>
            <a:picLocks noChangeAspect="1"/>
          </p:cNvPicPr>
          <p:nvPr/>
        </p:nvPicPr>
        <p:blipFill>
          <a:blip r:embed="rId4"/>
          <a:stretch>
            <a:fillRect/>
          </a:stretch>
        </p:blipFill>
        <p:spPr>
          <a:xfrm>
            <a:off x="1141858" y="4697374"/>
            <a:ext cx="2167287" cy="1395687"/>
          </a:xfrm>
          <a:prstGeom prst="rect">
            <a:avLst/>
          </a:prstGeom>
        </p:spPr>
      </p:pic>
      <p:sp>
        <p:nvSpPr>
          <p:cNvPr id="15" name="文本框 14">
            <a:extLst>
              <a:ext uri="{FF2B5EF4-FFF2-40B4-BE49-F238E27FC236}">
                <a16:creationId xmlns:a16="http://schemas.microsoft.com/office/drawing/2014/main" id="{1AEBB688-9EC2-917E-F007-BE7D91E8E085}"/>
              </a:ext>
            </a:extLst>
          </p:cNvPr>
          <p:cNvSpPr txBox="1"/>
          <p:nvPr/>
        </p:nvSpPr>
        <p:spPr>
          <a:xfrm>
            <a:off x="4140881" y="1954156"/>
            <a:ext cx="7457883" cy="1200329"/>
          </a:xfrm>
          <a:prstGeom prst="rect">
            <a:avLst/>
          </a:prstGeom>
          <a:noFill/>
        </p:spPr>
        <p:txBody>
          <a:bodyPr wrap="square">
            <a:spAutoFit/>
          </a:bodyPr>
          <a:lstStyle/>
          <a:p>
            <a:r>
              <a:rPr lang="en-US" altLang="zh-CN" dirty="0"/>
              <a:t>&lt;result data type&gt; &lt;</a:t>
            </a:r>
            <a:r>
              <a:rPr lang="en-US" altLang="zh-CN" dirty="0" err="1"/>
              <a:t>functionName</a:t>
            </a:r>
            <a:r>
              <a:rPr lang="en-US" altLang="zh-CN" dirty="0"/>
              <a:t>&gt;(&lt;para data type&gt; &lt;parameter&gt;) {</a:t>
            </a:r>
          </a:p>
          <a:p>
            <a:r>
              <a:rPr lang="en-US" altLang="zh-CN" dirty="0"/>
              <a:t>	{code block};</a:t>
            </a:r>
          </a:p>
          <a:p>
            <a:r>
              <a:rPr lang="en-US" altLang="zh-CN" dirty="0"/>
              <a:t>	return &lt;data&gt;; </a:t>
            </a:r>
            <a:r>
              <a:rPr lang="en-US" altLang="zh-CN" dirty="0">
                <a:solidFill>
                  <a:schemeClr val="tx2">
                    <a:lumMod val="75000"/>
                  </a:schemeClr>
                </a:solidFill>
              </a:rPr>
              <a:t>//optional when returning void</a:t>
            </a:r>
          </a:p>
          <a:p>
            <a:r>
              <a:rPr lang="en-US" altLang="zh-CN" dirty="0"/>
              <a:t>}</a:t>
            </a:r>
            <a:endParaRPr lang="zh-CN" altLang="en-US" dirty="0"/>
          </a:p>
        </p:txBody>
      </p:sp>
      <p:sp>
        <p:nvSpPr>
          <p:cNvPr id="16" name="文本框 15">
            <a:extLst>
              <a:ext uri="{FF2B5EF4-FFF2-40B4-BE49-F238E27FC236}">
                <a16:creationId xmlns:a16="http://schemas.microsoft.com/office/drawing/2014/main" id="{5CAD4FC0-D147-3B73-D2B0-7611C78EAFE7}"/>
              </a:ext>
            </a:extLst>
          </p:cNvPr>
          <p:cNvSpPr txBox="1"/>
          <p:nvPr/>
        </p:nvSpPr>
        <p:spPr>
          <a:xfrm>
            <a:off x="4140881" y="4710775"/>
            <a:ext cx="7457883" cy="1200329"/>
          </a:xfrm>
          <a:prstGeom prst="rect">
            <a:avLst/>
          </a:prstGeom>
          <a:noFill/>
        </p:spPr>
        <p:txBody>
          <a:bodyPr wrap="square">
            <a:spAutoFit/>
          </a:bodyPr>
          <a:lstStyle/>
          <a:p>
            <a:r>
              <a:rPr lang="en-US" altLang="zh-CN" dirty="0"/>
              <a:t>def &lt;</a:t>
            </a:r>
            <a:r>
              <a:rPr lang="en-US" altLang="zh-CN" dirty="0" err="1"/>
              <a:t>functionName</a:t>
            </a:r>
            <a:r>
              <a:rPr lang="en-US" altLang="zh-CN" dirty="0"/>
              <a:t>&gt;(&lt;parameter&gt;) :</a:t>
            </a:r>
          </a:p>
          <a:p>
            <a:r>
              <a:rPr lang="en-US" altLang="zh-CN" dirty="0"/>
              <a:t>	code block</a:t>
            </a:r>
          </a:p>
          <a:p>
            <a:r>
              <a:rPr lang="en-US" altLang="zh-CN" dirty="0"/>
              <a:t>	return &lt;data&gt; </a:t>
            </a:r>
            <a:r>
              <a:rPr lang="en-US" altLang="zh-CN" dirty="0">
                <a:solidFill>
                  <a:schemeClr val="tx2">
                    <a:lumMod val="75000"/>
                  </a:schemeClr>
                </a:solidFill>
              </a:rPr>
              <a:t>#optional when returning void</a:t>
            </a:r>
            <a:endParaRPr lang="en-US" altLang="zh-CN" dirty="0"/>
          </a:p>
          <a:p>
            <a:endParaRPr lang="zh-CN" altLang="en-US" dirty="0"/>
          </a:p>
        </p:txBody>
      </p:sp>
      <p:sp>
        <p:nvSpPr>
          <p:cNvPr id="18" name="文本框 17">
            <a:extLst>
              <a:ext uri="{FF2B5EF4-FFF2-40B4-BE49-F238E27FC236}">
                <a16:creationId xmlns:a16="http://schemas.microsoft.com/office/drawing/2014/main" id="{B3D9B999-59E5-96E3-EA84-8A40EC696E12}"/>
              </a:ext>
            </a:extLst>
          </p:cNvPr>
          <p:cNvSpPr txBox="1"/>
          <p:nvPr/>
        </p:nvSpPr>
        <p:spPr>
          <a:xfrm>
            <a:off x="1092369" y="6093061"/>
            <a:ext cx="10261431" cy="646331"/>
          </a:xfrm>
          <a:prstGeom prst="rect">
            <a:avLst/>
          </a:prstGeom>
          <a:noFill/>
        </p:spPr>
        <p:txBody>
          <a:bodyPr wrap="square">
            <a:spAutoFit/>
          </a:bodyPr>
          <a:lstStyle/>
          <a:p>
            <a:r>
              <a:rPr lang="zh-CN" altLang="en-US" sz="1800" dirty="0"/>
              <a:t>灵活的劣势：如果输出或输入的数据类型错误，对于</a:t>
            </a:r>
            <a:r>
              <a:rPr lang="en-US" altLang="zh-CN" sz="1800" dirty="0"/>
              <a:t>Python</a:t>
            </a:r>
            <a:r>
              <a:rPr lang="zh-CN" altLang="en-US" sz="1800" dirty="0"/>
              <a:t>，只能在运行阶段被发现。但对于</a:t>
            </a:r>
            <a:r>
              <a:rPr lang="en-US" altLang="zh-CN" sz="1800" dirty="0"/>
              <a:t>C</a:t>
            </a:r>
            <a:r>
              <a:rPr lang="zh-CN" altLang="en-US" sz="1800" dirty="0"/>
              <a:t>，在写代码阶段即可被编译器发现（发现方式类似于</a:t>
            </a:r>
            <a:r>
              <a:rPr lang="en-US" altLang="zh-CN" sz="1800" dirty="0"/>
              <a:t>word</a:t>
            </a:r>
            <a:r>
              <a:rPr lang="zh-CN" altLang="en-US" sz="1800" dirty="0"/>
              <a:t>文档的自动拼写</a:t>
            </a:r>
            <a:r>
              <a:rPr lang="en-US" altLang="zh-CN" dirty="0"/>
              <a:t>/</a:t>
            </a:r>
            <a:r>
              <a:rPr lang="zh-CN" altLang="en-US" dirty="0"/>
              <a:t>语法</a:t>
            </a:r>
            <a:r>
              <a:rPr lang="zh-CN" altLang="en-US" sz="1800" dirty="0"/>
              <a:t>检查）</a:t>
            </a:r>
            <a:endParaRPr lang="zh-CN" altLang="en-US" dirty="0"/>
          </a:p>
        </p:txBody>
      </p:sp>
      <p:sp>
        <p:nvSpPr>
          <p:cNvPr id="19" name="矩形 18">
            <a:extLst>
              <a:ext uri="{FF2B5EF4-FFF2-40B4-BE49-F238E27FC236}">
                <a16:creationId xmlns:a16="http://schemas.microsoft.com/office/drawing/2014/main" id="{6255670D-55FB-75C6-A4C3-B4018142386F}"/>
              </a:ext>
            </a:extLst>
          </p:cNvPr>
          <p:cNvSpPr/>
          <p:nvPr/>
        </p:nvSpPr>
        <p:spPr>
          <a:xfrm>
            <a:off x="1202844" y="2628475"/>
            <a:ext cx="1987968" cy="7793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p14="http://schemas.microsoft.com/office/powerpoint/2010/main" Requires="p14">
          <p:contentPart p14:bwMode="auto" r:id="rId5">
            <p14:nvContentPartPr>
              <p14:cNvPr id="24" name="墨迹 23">
                <a:extLst>
                  <a:ext uri="{FF2B5EF4-FFF2-40B4-BE49-F238E27FC236}">
                    <a16:creationId xmlns:a16="http://schemas.microsoft.com/office/drawing/2014/main" id="{775EC124-E799-6F37-7913-13B96FE049D8}"/>
                  </a:ext>
                </a:extLst>
              </p14:cNvPr>
              <p14:cNvContentPartPr/>
              <p14:nvPr/>
            </p14:nvContentPartPr>
            <p14:xfrm>
              <a:off x="1171247" y="4927359"/>
              <a:ext cx="1481400" cy="596520"/>
            </p14:xfrm>
          </p:contentPart>
        </mc:Choice>
        <mc:Fallback>
          <p:pic>
            <p:nvPicPr>
              <p:cNvPr id="24" name="墨迹 23">
                <a:extLst>
                  <a:ext uri="{FF2B5EF4-FFF2-40B4-BE49-F238E27FC236}">
                    <a16:creationId xmlns:a16="http://schemas.microsoft.com/office/drawing/2014/main" id="{775EC124-E799-6F37-7913-13B96FE049D8}"/>
                  </a:ext>
                </a:extLst>
              </p:cNvPr>
              <p:cNvPicPr/>
              <p:nvPr/>
            </p:nvPicPr>
            <p:blipFill>
              <a:blip r:embed="rId6"/>
              <a:stretch>
                <a:fillRect/>
              </a:stretch>
            </p:blipFill>
            <p:spPr>
              <a:xfrm>
                <a:off x="1162247" y="4918359"/>
                <a:ext cx="1499040" cy="6141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6" name="墨迹 25">
                <a:extLst>
                  <a:ext uri="{FF2B5EF4-FFF2-40B4-BE49-F238E27FC236}">
                    <a16:creationId xmlns:a16="http://schemas.microsoft.com/office/drawing/2014/main" id="{84399650-0B8F-5E90-AE6A-3727CD4A0B29}"/>
                  </a:ext>
                </a:extLst>
              </p14:cNvPr>
              <p14:cNvContentPartPr/>
              <p14:nvPr/>
            </p14:nvContentPartPr>
            <p14:xfrm>
              <a:off x="1195007" y="2711559"/>
              <a:ext cx="321840" cy="252720"/>
            </p14:xfrm>
          </p:contentPart>
        </mc:Choice>
        <mc:Fallback>
          <p:pic>
            <p:nvPicPr>
              <p:cNvPr id="26" name="墨迹 25">
                <a:extLst>
                  <a:ext uri="{FF2B5EF4-FFF2-40B4-BE49-F238E27FC236}">
                    <a16:creationId xmlns:a16="http://schemas.microsoft.com/office/drawing/2014/main" id="{84399650-0B8F-5E90-AE6A-3727CD4A0B29}"/>
                  </a:ext>
                </a:extLst>
              </p:cNvPr>
              <p:cNvPicPr/>
              <p:nvPr/>
            </p:nvPicPr>
            <p:blipFill>
              <a:blip r:embed="rId8"/>
              <a:stretch>
                <a:fillRect/>
              </a:stretch>
            </p:blipFill>
            <p:spPr>
              <a:xfrm>
                <a:off x="1186367" y="2702559"/>
                <a:ext cx="33948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0" name="墨迹 29">
                <a:extLst>
                  <a:ext uri="{FF2B5EF4-FFF2-40B4-BE49-F238E27FC236}">
                    <a16:creationId xmlns:a16="http://schemas.microsoft.com/office/drawing/2014/main" id="{ED87873C-F8C0-F3A8-11D2-606970425D33}"/>
                  </a:ext>
                </a:extLst>
              </p14:cNvPr>
              <p14:cNvContentPartPr/>
              <p14:nvPr/>
            </p14:nvContentPartPr>
            <p14:xfrm>
              <a:off x="1282487" y="3737199"/>
              <a:ext cx="366480" cy="19080"/>
            </p14:xfrm>
          </p:contentPart>
        </mc:Choice>
        <mc:Fallback>
          <p:pic>
            <p:nvPicPr>
              <p:cNvPr id="30" name="墨迹 29">
                <a:extLst>
                  <a:ext uri="{FF2B5EF4-FFF2-40B4-BE49-F238E27FC236}">
                    <a16:creationId xmlns:a16="http://schemas.microsoft.com/office/drawing/2014/main" id="{ED87873C-F8C0-F3A8-11D2-606970425D33}"/>
                  </a:ext>
                </a:extLst>
              </p:cNvPr>
              <p:cNvPicPr/>
              <p:nvPr/>
            </p:nvPicPr>
            <p:blipFill>
              <a:blip r:embed="rId10"/>
              <a:stretch>
                <a:fillRect/>
              </a:stretch>
            </p:blipFill>
            <p:spPr>
              <a:xfrm>
                <a:off x="1273487" y="3728199"/>
                <a:ext cx="38412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1" name="墨迹 30">
                <a:extLst>
                  <a:ext uri="{FF2B5EF4-FFF2-40B4-BE49-F238E27FC236}">
                    <a16:creationId xmlns:a16="http://schemas.microsoft.com/office/drawing/2014/main" id="{931A10C4-F227-4117-264A-B629F6EFC86E}"/>
                  </a:ext>
                </a:extLst>
              </p14:cNvPr>
              <p14:cNvContentPartPr/>
              <p14:nvPr/>
            </p14:nvContentPartPr>
            <p14:xfrm>
              <a:off x="1699727" y="3749439"/>
              <a:ext cx="392760" cy="7200"/>
            </p14:xfrm>
          </p:contentPart>
        </mc:Choice>
        <mc:Fallback>
          <p:pic>
            <p:nvPicPr>
              <p:cNvPr id="31" name="墨迹 30">
                <a:extLst>
                  <a:ext uri="{FF2B5EF4-FFF2-40B4-BE49-F238E27FC236}">
                    <a16:creationId xmlns:a16="http://schemas.microsoft.com/office/drawing/2014/main" id="{931A10C4-F227-4117-264A-B629F6EFC86E}"/>
                  </a:ext>
                </a:extLst>
              </p:cNvPr>
              <p:cNvPicPr/>
              <p:nvPr/>
            </p:nvPicPr>
            <p:blipFill>
              <a:blip r:embed="rId12"/>
              <a:stretch>
                <a:fillRect/>
              </a:stretch>
            </p:blipFill>
            <p:spPr>
              <a:xfrm>
                <a:off x="1690727" y="3740439"/>
                <a:ext cx="410400" cy="24840"/>
              </a:xfrm>
              <a:prstGeom prst="rect">
                <a:avLst/>
              </a:prstGeom>
            </p:spPr>
          </p:pic>
        </mc:Fallback>
      </mc:AlternateContent>
      <p:grpSp>
        <p:nvGrpSpPr>
          <p:cNvPr id="38" name="组合 37">
            <a:extLst>
              <a:ext uri="{FF2B5EF4-FFF2-40B4-BE49-F238E27FC236}">
                <a16:creationId xmlns:a16="http://schemas.microsoft.com/office/drawing/2014/main" id="{6782F71C-6AB1-809A-126E-BCC61300DAB4}"/>
              </a:ext>
            </a:extLst>
          </p:cNvPr>
          <p:cNvGrpSpPr/>
          <p:nvPr/>
        </p:nvGrpSpPr>
        <p:grpSpPr>
          <a:xfrm>
            <a:off x="723407" y="2706519"/>
            <a:ext cx="3525840" cy="3597120"/>
            <a:chOff x="723407" y="2706519"/>
            <a:chExt cx="3525840" cy="3597120"/>
          </a:xfrm>
        </p:grpSpPr>
        <mc:AlternateContent xmlns:mc="http://schemas.openxmlformats.org/markup-compatibility/2006">
          <mc:Choice xmlns:p14="http://schemas.microsoft.com/office/powerpoint/2010/main" Requires="p14">
            <p:contentPart p14:bwMode="auto" r:id="rId13">
              <p14:nvContentPartPr>
                <p14:cNvPr id="20" name="墨迹 19">
                  <a:extLst>
                    <a:ext uri="{FF2B5EF4-FFF2-40B4-BE49-F238E27FC236}">
                      <a16:creationId xmlns:a16="http://schemas.microsoft.com/office/drawing/2014/main" id="{7D6AE20B-41D8-E353-182C-02CAB5C43C00}"/>
                    </a:ext>
                  </a:extLst>
                </p14:cNvPr>
                <p14:cNvContentPartPr/>
                <p14:nvPr/>
              </p14:nvContentPartPr>
              <p14:xfrm>
                <a:off x="723407" y="2994519"/>
                <a:ext cx="448920" cy="2228040"/>
              </p14:xfrm>
            </p:contentPart>
          </mc:Choice>
          <mc:Fallback>
            <p:pic>
              <p:nvPicPr>
                <p:cNvPr id="20" name="墨迹 19">
                  <a:extLst>
                    <a:ext uri="{FF2B5EF4-FFF2-40B4-BE49-F238E27FC236}">
                      <a16:creationId xmlns:a16="http://schemas.microsoft.com/office/drawing/2014/main" id="{7D6AE20B-41D8-E353-182C-02CAB5C43C00}"/>
                    </a:ext>
                  </a:extLst>
                </p:cNvPr>
                <p:cNvPicPr/>
                <p:nvPr/>
              </p:nvPicPr>
              <p:blipFill>
                <a:blip r:embed="rId14"/>
                <a:stretch>
                  <a:fillRect/>
                </a:stretch>
              </p:blipFill>
              <p:spPr>
                <a:xfrm>
                  <a:off x="714407" y="2985879"/>
                  <a:ext cx="466560" cy="22456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1" name="墨迹 20">
                  <a:extLst>
                    <a:ext uri="{FF2B5EF4-FFF2-40B4-BE49-F238E27FC236}">
                      <a16:creationId xmlns:a16="http://schemas.microsoft.com/office/drawing/2014/main" id="{9BF8F3B4-55CC-2F10-3A23-E890EAEAC286}"/>
                    </a:ext>
                  </a:extLst>
                </p14:cNvPr>
                <p14:cNvContentPartPr/>
                <p14:nvPr/>
              </p14:nvContentPartPr>
              <p14:xfrm>
                <a:off x="918167" y="5050479"/>
                <a:ext cx="150840" cy="196560"/>
              </p14:xfrm>
            </p:contentPart>
          </mc:Choice>
          <mc:Fallback>
            <p:pic>
              <p:nvPicPr>
                <p:cNvPr id="21" name="墨迹 20">
                  <a:extLst>
                    <a:ext uri="{FF2B5EF4-FFF2-40B4-BE49-F238E27FC236}">
                      <a16:creationId xmlns:a16="http://schemas.microsoft.com/office/drawing/2014/main" id="{9BF8F3B4-55CC-2F10-3A23-E890EAEAC286}"/>
                    </a:ext>
                  </a:extLst>
                </p:cNvPr>
                <p:cNvPicPr/>
                <p:nvPr/>
              </p:nvPicPr>
              <p:blipFill>
                <a:blip r:embed="rId16"/>
                <a:stretch>
                  <a:fillRect/>
                </a:stretch>
              </p:blipFill>
              <p:spPr>
                <a:xfrm>
                  <a:off x="909167" y="5041839"/>
                  <a:ext cx="16848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2" name="墨迹 21">
                  <a:extLst>
                    <a:ext uri="{FF2B5EF4-FFF2-40B4-BE49-F238E27FC236}">
                      <a16:creationId xmlns:a16="http://schemas.microsoft.com/office/drawing/2014/main" id="{1583E112-B323-13C6-08E1-DFA09A2F516B}"/>
                    </a:ext>
                  </a:extLst>
                </p14:cNvPr>
                <p14:cNvContentPartPr/>
                <p14:nvPr/>
              </p14:nvContentPartPr>
              <p14:xfrm>
                <a:off x="987647" y="2938719"/>
                <a:ext cx="197280" cy="320400"/>
              </p14:xfrm>
            </p:contentPart>
          </mc:Choice>
          <mc:Fallback>
            <p:pic>
              <p:nvPicPr>
                <p:cNvPr id="22" name="墨迹 21">
                  <a:extLst>
                    <a:ext uri="{FF2B5EF4-FFF2-40B4-BE49-F238E27FC236}">
                      <a16:creationId xmlns:a16="http://schemas.microsoft.com/office/drawing/2014/main" id="{1583E112-B323-13C6-08E1-DFA09A2F516B}"/>
                    </a:ext>
                  </a:extLst>
                </p:cNvPr>
                <p:cNvPicPr/>
                <p:nvPr/>
              </p:nvPicPr>
              <p:blipFill>
                <a:blip r:embed="rId18"/>
                <a:stretch>
                  <a:fillRect/>
                </a:stretch>
              </p:blipFill>
              <p:spPr>
                <a:xfrm>
                  <a:off x="979007" y="2930079"/>
                  <a:ext cx="214920" cy="3380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7" name="墨迹 26">
                  <a:extLst>
                    <a:ext uri="{FF2B5EF4-FFF2-40B4-BE49-F238E27FC236}">
                      <a16:creationId xmlns:a16="http://schemas.microsoft.com/office/drawing/2014/main" id="{797A24AC-2F21-AC2E-C5F1-2DF46802F2FF}"/>
                    </a:ext>
                  </a:extLst>
                </p14:cNvPr>
                <p14:cNvContentPartPr/>
                <p14:nvPr/>
              </p14:nvContentPartPr>
              <p14:xfrm>
                <a:off x="1884047" y="2711919"/>
                <a:ext cx="222840" cy="228600"/>
              </p14:xfrm>
            </p:contentPart>
          </mc:Choice>
          <mc:Fallback>
            <p:pic>
              <p:nvPicPr>
                <p:cNvPr id="27" name="墨迹 26">
                  <a:extLst>
                    <a:ext uri="{FF2B5EF4-FFF2-40B4-BE49-F238E27FC236}">
                      <a16:creationId xmlns:a16="http://schemas.microsoft.com/office/drawing/2014/main" id="{797A24AC-2F21-AC2E-C5F1-2DF46802F2FF}"/>
                    </a:ext>
                  </a:extLst>
                </p:cNvPr>
                <p:cNvPicPr/>
                <p:nvPr/>
              </p:nvPicPr>
              <p:blipFill>
                <a:blip r:embed="rId20"/>
                <a:stretch>
                  <a:fillRect/>
                </a:stretch>
              </p:blipFill>
              <p:spPr>
                <a:xfrm>
                  <a:off x="1875047" y="2702919"/>
                  <a:ext cx="24048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8" name="墨迹 27">
                  <a:extLst>
                    <a:ext uri="{FF2B5EF4-FFF2-40B4-BE49-F238E27FC236}">
                      <a16:creationId xmlns:a16="http://schemas.microsoft.com/office/drawing/2014/main" id="{E8C9F35E-C91C-F102-B4C2-76B29FF3F280}"/>
                    </a:ext>
                  </a:extLst>
                </p14:cNvPr>
                <p14:cNvContentPartPr/>
                <p14:nvPr/>
              </p14:nvContentPartPr>
              <p14:xfrm>
                <a:off x="2354927" y="2706519"/>
                <a:ext cx="291960" cy="240840"/>
              </p14:xfrm>
            </p:contentPart>
          </mc:Choice>
          <mc:Fallback>
            <p:pic>
              <p:nvPicPr>
                <p:cNvPr id="28" name="墨迹 27">
                  <a:extLst>
                    <a:ext uri="{FF2B5EF4-FFF2-40B4-BE49-F238E27FC236}">
                      <a16:creationId xmlns:a16="http://schemas.microsoft.com/office/drawing/2014/main" id="{E8C9F35E-C91C-F102-B4C2-76B29FF3F280}"/>
                    </a:ext>
                  </a:extLst>
                </p:cNvPr>
                <p:cNvPicPr/>
                <p:nvPr/>
              </p:nvPicPr>
              <p:blipFill>
                <a:blip r:embed="rId22"/>
                <a:stretch>
                  <a:fillRect/>
                </a:stretch>
              </p:blipFill>
              <p:spPr>
                <a:xfrm>
                  <a:off x="2346287" y="2697519"/>
                  <a:ext cx="30960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2" name="墨迹 31">
                  <a:extLst>
                    <a:ext uri="{FF2B5EF4-FFF2-40B4-BE49-F238E27FC236}">
                      <a16:creationId xmlns:a16="http://schemas.microsoft.com/office/drawing/2014/main" id="{A92F63AD-5D80-DA5F-D056-F2D8D81945EB}"/>
                    </a:ext>
                  </a:extLst>
                </p14:cNvPr>
                <p14:cNvContentPartPr/>
                <p14:nvPr/>
              </p14:nvContentPartPr>
              <p14:xfrm>
                <a:off x="1098167" y="4668879"/>
                <a:ext cx="2148480" cy="1634760"/>
              </p14:xfrm>
            </p:contentPart>
          </mc:Choice>
          <mc:Fallback>
            <p:pic>
              <p:nvPicPr>
                <p:cNvPr id="32" name="墨迹 31">
                  <a:extLst>
                    <a:ext uri="{FF2B5EF4-FFF2-40B4-BE49-F238E27FC236}">
                      <a16:creationId xmlns:a16="http://schemas.microsoft.com/office/drawing/2014/main" id="{A92F63AD-5D80-DA5F-D056-F2D8D81945EB}"/>
                    </a:ext>
                  </a:extLst>
                </p:cNvPr>
                <p:cNvPicPr/>
                <p:nvPr/>
              </p:nvPicPr>
              <p:blipFill>
                <a:blip r:embed="rId24"/>
                <a:stretch>
                  <a:fillRect/>
                </a:stretch>
              </p:blipFill>
              <p:spPr>
                <a:xfrm>
                  <a:off x="1089167" y="4660239"/>
                  <a:ext cx="2166120" cy="16524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3" name="墨迹 32">
                  <a:extLst>
                    <a:ext uri="{FF2B5EF4-FFF2-40B4-BE49-F238E27FC236}">
                      <a16:creationId xmlns:a16="http://schemas.microsoft.com/office/drawing/2014/main" id="{038041CD-2971-C174-14F5-CE36B4FE496F}"/>
                    </a:ext>
                  </a:extLst>
                </p14:cNvPr>
                <p14:cNvContentPartPr/>
                <p14:nvPr/>
              </p14:nvContentPartPr>
              <p14:xfrm>
                <a:off x="3467687" y="5246319"/>
                <a:ext cx="300600" cy="198720"/>
              </p14:xfrm>
            </p:contentPart>
          </mc:Choice>
          <mc:Fallback>
            <p:pic>
              <p:nvPicPr>
                <p:cNvPr id="33" name="墨迹 32">
                  <a:extLst>
                    <a:ext uri="{FF2B5EF4-FFF2-40B4-BE49-F238E27FC236}">
                      <a16:creationId xmlns:a16="http://schemas.microsoft.com/office/drawing/2014/main" id="{038041CD-2971-C174-14F5-CE36B4FE496F}"/>
                    </a:ext>
                  </a:extLst>
                </p:cNvPr>
                <p:cNvPicPr/>
                <p:nvPr/>
              </p:nvPicPr>
              <p:blipFill>
                <a:blip r:embed="rId26"/>
                <a:stretch>
                  <a:fillRect/>
                </a:stretch>
              </p:blipFill>
              <p:spPr>
                <a:xfrm>
                  <a:off x="3459047" y="5237679"/>
                  <a:ext cx="31824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4" name="墨迹 33">
                  <a:extLst>
                    <a:ext uri="{FF2B5EF4-FFF2-40B4-BE49-F238E27FC236}">
                      <a16:creationId xmlns:a16="http://schemas.microsoft.com/office/drawing/2014/main" id="{5D496C9C-07C4-90E5-5DB9-382F197522DF}"/>
                    </a:ext>
                  </a:extLst>
                </p14:cNvPr>
                <p14:cNvContentPartPr/>
                <p14:nvPr/>
              </p14:nvContentPartPr>
              <p14:xfrm>
                <a:off x="3846767" y="5270079"/>
                <a:ext cx="124200" cy="200160"/>
              </p14:xfrm>
            </p:contentPart>
          </mc:Choice>
          <mc:Fallback>
            <p:pic>
              <p:nvPicPr>
                <p:cNvPr id="34" name="墨迹 33">
                  <a:extLst>
                    <a:ext uri="{FF2B5EF4-FFF2-40B4-BE49-F238E27FC236}">
                      <a16:creationId xmlns:a16="http://schemas.microsoft.com/office/drawing/2014/main" id="{5D496C9C-07C4-90E5-5DB9-382F197522DF}"/>
                    </a:ext>
                  </a:extLst>
                </p:cNvPr>
                <p:cNvPicPr/>
                <p:nvPr/>
              </p:nvPicPr>
              <p:blipFill>
                <a:blip r:embed="rId28"/>
                <a:stretch>
                  <a:fillRect/>
                </a:stretch>
              </p:blipFill>
              <p:spPr>
                <a:xfrm>
                  <a:off x="3837767" y="5261079"/>
                  <a:ext cx="14184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5" name="墨迹 34">
                  <a:extLst>
                    <a:ext uri="{FF2B5EF4-FFF2-40B4-BE49-F238E27FC236}">
                      <a16:creationId xmlns:a16="http://schemas.microsoft.com/office/drawing/2014/main" id="{A6FC871A-8F55-1F8F-752A-D19D69E1BFAD}"/>
                    </a:ext>
                  </a:extLst>
                </p14:cNvPr>
                <p14:cNvContentPartPr/>
                <p14:nvPr/>
              </p14:nvContentPartPr>
              <p14:xfrm>
                <a:off x="4031807" y="5228679"/>
                <a:ext cx="360" cy="117720"/>
              </p14:xfrm>
            </p:contentPart>
          </mc:Choice>
          <mc:Fallback>
            <p:pic>
              <p:nvPicPr>
                <p:cNvPr id="35" name="墨迹 34">
                  <a:extLst>
                    <a:ext uri="{FF2B5EF4-FFF2-40B4-BE49-F238E27FC236}">
                      <a16:creationId xmlns:a16="http://schemas.microsoft.com/office/drawing/2014/main" id="{A6FC871A-8F55-1F8F-752A-D19D69E1BFAD}"/>
                    </a:ext>
                  </a:extLst>
                </p:cNvPr>
                <p:cNvPicPr/>
                <p:nvPr/>
              </p:nvPicPr>
              <p:blipFill>
                <a:blip r:embed="rId30"/>
                <a:stretch>
                  <a:fillRect/>
                </a:stretch>
              </p:blipFill>
              <p:spPr>
                <a:xfrm>
                  <a:off x="4022807" y="5219679"/>
                  <a:ext cx="1800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6" name="墨迹 35">
                  <a:extLst>
                    <a:ext uri="{FF2B5EF4-FFF2-40B4-BE49-F238E27FC236}">
                      <a16:creationId xmlns:a16="http://schemas.microsoft.com/office/drawing/2014/main" id="{F244759C-6E28-77C8-A415-4271AD3DD0F0}"/>
                    </a:ext>
                  </a:extLst>
                </p14:cNvPr>
                <p14:cNvContentPartPr/>
                <p14:nvPr/>
              </p14:nvContentPartPr>
              <p14:xfrm>
                <a:off x="3951887" y="5124279"/>
                <a:ext cx="73080" cy="27720"/>
              </p14:xfrm>
            </p:contentPart>
          </mc:Choice>
          <mc:Fallback>
            <p:pic>
              <p:nvPicPr>
                <p:cNvPr id="36" name="墨迹 35">
                  <a:extLst>
                    <a:ext uri="{FF2B5EF4-FFF2-40B4-BE49-F238E27FC236}">
                      <a16:creationId xmlns:a16="http://schemas.microsoft.com/office/drawing/2014/main" id="{F244759C-6E28-77C8-A415-4271AD3DD0F0}"/>
                    </a:ext>
                  </a:extLst>
                </p:cNvPr>
                <p:cNvPicPr/>
                <p:nvPr/>
              </p:nvPicPr>
              <p:blipFill>
                <a:blip r:embed="rId32"/>
                <a:stretch>
                  <a:fillRect/>
                </a:stretch>
              </p:blipFill>
              <p:spPr>
                <a:xfrm>
                  <a:off x="3943247" y="5115279"/>
                  <a:ext cx="907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7" name="墨迹 36">
                  <a:extLst>
                    <a:ext uri="{FF2B5EF4-FFF2-40B4-BE49-F238E27FC236}">
                      <a16:creationId xmlns:a16="http://schemas.microsoft.com/office/drawing/2014/main" id="{F3FEE357-6B35-E74C-354E-93B3D78CE2FB}"/>
                    </a:ext>
                  </a:extLst>
                </p14:cNvPr>
                <p14:cNvContentPartPr/>
                <p14:nvPr/>
              </p14:nvContentPartPr>
              <p14:xfrm>
                <a:off x="4114967" y="5222199"/>
                <a:ext cx="134280" cy="139320"/>
              </p14:xfrm>
            </p:contentPart>
          </mc:Choice>
          <mc:Fallback>
            <p:pic>
              <p:nvPicPr>
                <p:cNvPr id="37" name="墨迹 36">
                  <a:extLst>
                    <a:ext uri="{FF2B5EF4-FFF2-40B4-BE49-F238E27FC236}">
                      <a16:creationId xmlns:a16="http://schemas.microsoft.com/office/drawing/2014/main" id="{F3FEE357-6B35-E74C-354E-93B3D78CE2FB}"/>
                    </a:ext>
                  </a:extLst>
                </p:cNvPr>
                <p:cNvPicPr/>
                <p:nvPr/>
              </p:nvPicPr>
              <p:blipFill>
                <a:blip r:embed="rId34"/>
                <a:stretch>
                  <a:fillRect/>
                </a:stretch>
              </p:blipFill>
              <p:spPr>
                <a:xfrm>
                  <a:off x="4106327" y="5213559"/>
                  <a:ext cx="151920" cy="156960"/>
                </a:xfrm>
                <a:prstGeom prst="rect">
                  <a:avLst/>
                </a:prstGeom>
              </p:spPr>
            </p:pic>
          </mc:Fallback>
        </mc:AlternateContent>
      </p:grpSp>
      <p:grpSp>
        <p:nvGrpSpPr>
          <p:cNvPr id="53" name="组合 52">
            <a:extLst>
              <a:ext uri="{FF2B5EF4-FFF2-40B4-BE49-F238E27FC236}">
                <a16:creationId xmlns:a16="http://schemas.microsoft.com/office/drawing/2014/main" id="{932290F2-2CE0-FB70-2520-0962C10061B6}"/>
              </a:ext>
            </a:extLst>
          </p:cNvPr>
          <p:cNvGrpSpPr/>
          <p:nvPr/>
        </p:nvGrpSpPr>
        <p:grpSpPr>
          <a:xfrm>
            <a:off x="1179887" y="3442719"/>
            <a:ext cx="2128320" cy="939600"/>
            <a:chOff x="1179887" y="3442719"/>
            <a:chExt cx="2128320" cy="939600"/>
          </a:xfrm>
        </p:grpSpPr>
        <mc:AlternateContent xmlns:mc="http://schemas.openxmlformats.org/markup-compatibility/2006">
          <mc:Choice xmlns:p14="http://schemas.microsoft.com/office/powerpoint/2010/main" Requires="p14">
            <p:contentPart p14:bwMode="auto" r:id="rId35">
              <p14:nvContentPartPr>
                <p14:cNvPr id="39" name="墨迹 38">
                  <a:extLst>
                    <a:ext uri="{FF2B5EF4-FFF2-40B4-BE49-F238E27FC236}">
                      <a16:creationId xmlns:a16="http://schemas.microsoft.com/office/drawing/2014/main" id="{A6113707-6287-6388-6EC7-0FFF720DE0CB}"/>
                    </a:ext>
                  </a:extLst>
                </p14:cNvPr>
                <p14:cNvContentPartPr/>
                <p14:nvPr/>
              </p14:nvContentPartPr>
              <p14:xfrm>
                <a:off x="1179887" y="3528399"/>
                <a:ext cx="881280" cy="203400"/>
              </p14:xfrm>
            </p:contentPart>
          </mc:Choice>
          <mc:Fallback>
            <p:pic>
              <p:nvPicPr>
                <p:cNvPr id="39" name="墨迹 38">
                  <a:extLst>
                    <a:ext uri="{FF2B5EF4-FFF2-40B4-BE49-F238E27FC236}">
                      <a16:creationId xmlns:a16="http://schemas.microsoft.com/office/drawing/2014/main" id="{A6113707-6287-6388-6EC7-0FFF720DE0CB}"/>
                    </a:ext>
                  </a:extLst>
                </p:cNvPr>
                <p:cNvPicPr/>
                <p:nvPr/>
              </p:nvPicPr>
              <p:blipFill>
                <a:blip r:embed="rId36"/>
                <a:stretch>
                  <a:fillRect/>
                </a:stretch>
              </p:blipFill>
              <p:spPr>
                <a:xfrm>
                  <a:off x="1171247" y="3519399"/>
                  <a:ext cx="89892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0" name="墨迹 39">
                  <a:extLst>
                    <a:ext uri="{FF2B5EF4-FFF2-40B4-BE49-F238E27FC236}">
                      <a16:creationId xmlns:a16="http://schemas.microsoft.com/office/drawing/2014/main" id="{4B043BC6-BDE0-6BFA-38CF-15A17B54713C}"/>
                    </a:ext>
                  </a:extLst>
                </p14:cNvPr>
                <p14:cNvContentPartPr/>
                <p14:nvPr/>
              </p14:nvContentPartPr>
              <p14:xfrm>
                <a:off x="2344127" y="3442719"/>
                <a:ext cx="82440" cy="202680"/>
              </p14:xfrm>
            </p:contentPart>
          </mc:Choice>
          <mc:Fallback>
            <p:pic>
              <p:nvPicPr>
                <p:cNvPr id="40" name="墨迹 39">
                  <a:extLst>
                    <a:ext uri="{FF2B5EF4-FFF2-40B4-BE49-F238E27FC236}">
                      <a16:creationId xmlns:a16="http://schemas.microsoft.com/office/drawing/2014/main" id="{4B043BC6-BDE0-6BFA-38CF-15A17B54713C}"/>
                    </a:ext>
                  </a:extLst>
                </p:cNvPr>
                <p:cNvPicPr/>
                <p:nvPr/>
              </p:nvPicPr>
              <p:blipFill>
                <a:blip r:embed="rId38"/>
                <a:stretch>
                  <a:fillRect/>
                </a:stretch>
              </p:blipFill>
              <p:spPr>
                <a:xfrm>
                  <a:off x="2335127" y="3434079"/>
                  <a:ext cx="10008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1" name="墨迹 40">
                  <a:extLst>
                    <a:ext uri="{FF2B5EF4-FFF2-40B4-BE49-F238E27FC236}">
                      <a16:creationId xmlns:a16="http://schemas.microsoft.com/office/drawing/2014/main" id="{89CE4B8B-153A-9175-C75A-973A2AE6BBB1}"/>
                    </a:ext>
                  </a:extLst>
                </p14:cNvPr>
                <p14:cNvContentPartPr/>
                <p14:nvPr/>
              </p14:nvContentPartPr>
              <p14:xfrm>
                <a:off x="2485247" y="3467199"/>
                <a:ext cx="38520" cy="204480"/>
              </p14:xfrm>
            </p:contentPart>
          </mc:Choice>
          <mc:Fallback>
            <p:pic>
              <p:nvPicPr>
                <p:cNvPr id="41" name="墨迹 40">
                  <a:extLst>
                    <a:ext uri="{FF2B5EF4-FFF2-40B4-BE49-F238E27FC236}">
                      <a16:creationId xmlns:a16="http://schemas.microsoft.com/office/drawing/2014/main" id="{89CE4B8B-153A-9175-C75A-973A2AE6BBB1}"/>
                    </a:ext>
                  </a:extLst>
                </p:cNvPr>
                <p:cNvPicPr/>
                <p:nvPr/>
              </p:nvPicPr>
              <p:blipFill>
                <a:blip r:embed="rId40"/>
                <a:stretch>
                  <a:fillRect/>
                </a:stretch>
              </p:blipFill>
              <p:spPr>
                <a:xfrm>
                  <a:off x="2476247" y="3458199"/>
                  <a:ext cx="5616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2" name="墨迹 41">
                  <a:extLst>
                    <a:ext uri="{FF2B5EF4-FFF2-40B4-BE49-F238E27FC236}">
                      <a16:creationId xmlns:a16="http://schemas.microsoft.com/office/drawing/2014/main" id="{028BE1D5-E867-428E-C8EC-4599B7BE7B6F}"/>
                    </a:ext>
                  </a:extLst>
                </p14:cNvPr>
                <p14:cNvContentPartPr/>
                <p14:nvPr/>
              </p14:nvContentPartPr>
              <p14:xfrm>
                <a:off x="2301287" y="3589959"/>
                <a:ext cx="279360" cy="154080"/>
              </p14:xfrm>
            </p:contentPart>
          </mc:Choice>
          <mc:Fallback>
            <p:pic>
              <p:nvPicPr>
                <p:cNvPr id="42" name="墨迹 41">
                  <a:extLst>
                    <a:ext uri="{FF2B5EF4-FFF2-40B4-BE49-F238E27FC236}">
                      <a16:creationId xmlns:a16="http://schemas.microsoft.com/office/drawing/2014/main" id="{028BE1D5-E867-428E-C8EC-4599B7BE7B6F}"/>
                    </a:ext>
                  </a:extLst>
                </p:cNvPr>
                <p:cNvPicPr/>
                <p:nvPr/>
              </p:nvPicPr>
              <p:blipFill>
                <a:blip r:embed="rId42"/>
                <a:stretch>
                  <a:fillRect/>
                </a:stretch>
              </p:blipFill>
              <p:spPr>
                <a:xfrm>
                  <a:off x="2292287" y="3580959"/>
                  <a:ext cx="29700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4" name="墨迹 43">
                  <a:extLst>
                    <a:ext uri="{FF2B5EF4-FFF2-40B4-BE49-F238E27FC236}">
                      <a16:creationId xmlns:a16="http://schemas.microsoft.com/office/drawing/2014/main" id="{2016AC8A-BCC3-4E7A-B4CE-082A9CDEC597}"/>
                    </a:ext>
                  </a:extLst>
                </p14:cNvPr>
                <p14:cNvContentPartPr/>
                <p14:nvPr/>
              </p14:nvContentPartPr>
              <p14:xfrm>
                <a:off x="3037127" y="3908919"/>
                <a:ext cx="135360" cy="173880"/>
              </p14:xfrm>
            </p:contentPart>
          </mc:Choice>
          <mc:Fallback>
            <p:pic>
              <p:nvPicPr>
                <p:cNvPr id="44" name="墨迹 43">
                  <a:extLst>
                    <a:ext uri="{FF2B5EF4-FFF2-40B4-BE49-F238E27FC236}">
                      <a16:creationId xmlns:a16="http://schemas.microsoft.com/office/drawing/2014/main" id="{2016AC8A-BCC3-4E7A-B4CE-082A9CDEC597}"/>
                    </a:ext>
                  </a:extLst>
                </p:cNvPr>
                <p:cNvPicPr/>
                <p:nvPr/>
              </p:nvPicPr>
              <p:blipFill>
                <a:blip r:embed="rId44"/>
                <a:stretch>
                  <a:fillRect/>
                </a:stretch>
              </p:blipFill>
              <p:spPr>
                <a:xfrm>
                  <a:off x="3028487" y="3900279"/>
                  <a:ext cx="15300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5" name="墨迹 44">
                  <a:extLst>
                    <a:ext uri="{FF2B5EF4-FFF2-40B4-BE49-F238E27FC236}">
                      <a16:creationId xmlns:a16="http://schemas.microsoft.com/office/drawing/2014/main" id="{80FF9691-5A06-0F9D-7899-E7614F1514F5}"/>
                    </a:ext>
                  </a:extLst>
                </p14:cNvPr>
                <p14:cNvContentPartPr/>
                <p14:nvPr/>
              </p14:nvContentPartPr>
              <p14:xfrm>
                <a:off x="2055407" y="3939519"/>
                <a:ext cx="108720" cy="136800"/>
              </p14:xfrm>
            </p:contentPart>
          </mc:Choice>
          <mc:Fallback>
            <p:pic>
              <p:nvPicPr>
                <p:cNvPr id="45" name="墨迹 44">
                  <a:extLst>
                    <a:ext uri="{FF2B5EF4-FFF2-40B4-BE49-F238E27FC236}">
                      <a16:creationId xmlns:a16="http://schemas.microsoft.com/office/drawing/2014/main" id="{80FF9691-5A06-0F9D-7899-E7614F1514F5}"/>
                    </a:ext>
                  </a:extLst>
                </p:cNvPr>
                <p:cNvPicPr/>
                <p:nvPr/>
              </p:nvPicPr>
              <p:blipFill>
                <a:blip r:embed="rId46"/>
                <a:stretch>
                  <a:fillRect/>
                </a:stretch>
              </p:blipFill>
              <p:spPr>
                <a:xfrm>
                  <a:off x="2046407" y="3930879"/>
                  <a:ext cx="12636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6" name="墨迹 45">
                  <a:extLst>
                    <a:ext uri="{FF2B5EF4-FFF2-40B4-BE49-F238E27FC236}">
                      <a16:creationId xmlns:a16="http://schemas.microsoft.com/office/drawing/2014/main" id="{0556B25E-74C1-EFCE-7EBA-DEF7AAF3C327}"/>
                    </a:ext>
                  </a:extLst>
                </p14:cNvPr>
                <p14:cNvContentPartPr/>
                <p14:nvPr/>
              </p14:nvContentPartPr>
              <p14:xfrm>
                <a:off x="2110847" y="4123119"/>
                <a:ext cx="1055160" cy="25920"/>
              </p14:xfrm>
            </p:contentPart>
          </mc:Choice>
          <mc:Fallback>
            <p:pic>
              <p:nvPicPr>
                <p:cNvPr id="46" name="墨迹 45">
                  <a:extLst>
                    <a:ext uri="{FF2B5EF4-FFF2-40B4-BE49-F238E27FC236}">
                      <a16:creationId xmlns:a16="http://schemas.microsoft.com/office/drawing/2014/main" id="{0556B25E-74C1-EFCE-7EBA-DEF7AAF3C327}"/>
                    </a:ext>
                  </a:extLst>
                </p:cNvPr>
                <p:cNvPicPr/>
                <p:nvPr/>
              </p:nvPicPr>
              <p:blipFill>
                <a:blip r:embed="rId48"/>
                <a:stretch>
                  <a:fillRect/>
                </a:stretch>
              </p:blipFill>
              <p:spPr>
                <a:xfrm>
                  <a:off x="2101847" y="4114119"/>
                  <a:ext cx="107280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47" name="墨迹 46">
                  <a:extLst>
                    <a:ext uri="{FF2B5EF4-FFF2-40B4-BE49-F238E27FC236}">
                      <a16:creationId xmlns:a16="http://schemas.microsoft.com/office/drawing/2014/main" id="{9BE07A91-EAEE-D1BA-BFD7-C4A63B808402}"/>
                    </a:ext>
                  </a:extLst>
                </p14:cNvPr>
                <p14:cNvContentPartPr/>
                <p14:nvPr/>
              </p14:nvContentPartPr>
              <p14:xfrm>
                <a:off x="3307847" y="4240479"/>
                <a:ext cx="360" cy="360"/>
              </p14:xfrm>
            </p:contentPart>
          </mc:Choice>
          <mc:Fallback>
            <p:pic>
              <p:nvPicPr>
                <p:cNvPr id="47" name="墨迹 46">
                  <a:extLst>
                    <a:ext uri="{FF2B5EF4-FFF2-40B4-BE49-F238E27FC236}">
                      <a16:creationId xmlns:a16="http://schemas.microsoft.com/office/drawing/2014/main" id="{9BE07A91-EAEE-D1BA-BFD7-C4A63B808402}"/>
                    </a:ext>
                  </a:extLst>
                </p:cNvPr>
                <p:cNvPicPr/>
                <p:nvPr/>
              </p:nvPicPr>
              <p:blipFill>
                <a:blip r:embed="rId50"/>
                <a:stretch>
                  <a:fillRect/>
                </a:stretch>
              </p:blipFill>
              <p:spPr>
                <a:xfrm>
                  <a:off x="3298847" y="4231839"/>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49" name="墨迹 48">
                  <a:extLst>
                    <a:ext uri="{FF2B5EF4-FFF2-40B4-BE49-F238E27FC236}">
                      <a16:creationId xmlns:a16="http://schemas.microsoft.com/office/drawing/2014/main" id="{62C0B9A9-7802-1F98-762C-CE19D86865A0}"/>
                    </a:ext>
                  </a:extLst>
                </p14:cNvPr>
                <p14:cNvContentPartPr/>
                <p14:nvPr/>
              </p14:nvContentPartPr>
              <p14:xfrm>
                <a:off x="1508927" y="4344879"/>
                <a:ext cx="688320" cy="37440"/>
              </p14:xfrm>
            </p:contentPart>
          </mc:Choice>
          <mc:Fallback>
            <p:pic>
              <p:nvPicPr>
                <p:cNvPr id="49" name="墨迹 48">
                  <a:extLst>
                    <a:ext uri="{FF2B5EF4-FFF2-40B4-BE49-F238E27FC236}">
                      <a16:creationId xmlns:a16="http://schemas.microsoft.com/office/drawing/2014/main" id="{62C0B9A9-7802-1F98-762C-CE19D86865A0}"/>
                    </a:ext>
                  </a:extLst>
                </p:cNvPr>
                <p:cNvPicPr/>
                <p:nvPr/>
              </p:nvPicPr>
              <p:blipFill>
                <a:blip r:embed="rId52"/>
                <a:stretch>
                  <a:fillRect/>
                </a:stretch>
              </p:blipFill>
              <p:spPr>
                <a:xfrm>
                  <a:off x="1499927" y="4336239"/>
                  <a:ext cx="70596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50" name="墨迹 49">
                  <a:extLst>
                    <a:ext uri="{FF2B5EF4-FFF2-40B4-BE49-F238E27FC236}">
                      <a16:creationId xmlns:a16="http://schemas.microsoft.com/office/drawing/2014/main" id="{8E8E0CD5-3ECE-60C8-D31E-A1C4FFCA4931}"/>
                    </a:ext>
                  </a:extLst>
                </p14:cNvPr>
                <p14:cNvContentPartPr/>
                <p14:nvPr/>
              </p14:nvContentPartPr>
              <p14:xfrm>
                <a:off x="1403447" y="3863199"/>
                <a:ext cx="101880" cy="464040"/>
              </p14:xfrm>
            </p:contentPart>
          </mc:Choice>
          <mc:Fallback>
            <p:pic>
              <p:nvPicPr>
                <p:cNvPr id="50" name="墨迹 49">
                  <a:extLst>
                    <a:ext uri="{FF2B5EF4-FFF2-40B4-BE49-F238E27FC236}">
                      <a16:creationId xmlns:a16="http://schemas.microsoft.com/office/drawing/2014/main" id="{8E8E0CD5-3ECE-60C8-D31E-A1C4FFCA4931}"/>
                    </a:ext>
                  </a:extLst>
                </p:cNvPr>
                <p:cNvPicPr/>
                <p:nvPr/>
              </p:nvPicPr>
              <p:blipFill>
                <a:blip r:embed="rId54"/>
                <a:stretch>
                  <a:fillRect/>
                </a:stretch>
              </p:blipFill>
              <p:spPr>
                <a:xfrm>
                  <a:off x="1394447" y="3854559"/>
                  <a:ext cx="119520" cy="4816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51" name="墨迹 50">
                  <a:extLst>
                    <a:ext uri="{FF2B5EF4-FFF2-40B4-BE49-F238E27FC236}">
                      <a16:creationId xmlns:a16="http://schemas.microsoft.com/office/drawing/2014/main" id="{4FE25CDB-B002-D158-B807-90D4AAF0E746}"/>
                    </a:ext>
                  </a:extLst>
                </p14:cNvPr>
                <p14:cNvContentPartPr/>
                <p14:nvPr/>
              </p14:nvContentPartPr>
              <p14:xfrm>
                <a:off x="1488047" y="3786159"/>
                <a:ext cx="34200" cy="23760"/>
              </p14:xfrm>
            </p:contentPart>
          </mc:Choice>
          <mc:Fallback>
            <p:pic>
              <p:nvPicPr>
                <p:cNvPr id="51" name="墨迹 50">
                  <a:extLst>
                    <a:ext uri="{FF2B5EF4-FFF2-40B4-BE49-F238E27FC236}">
                      <a16:creationId xmlns:a16="http://schemas.microsoft.com/office/drawing/2014/main" id="{4FE25CDB-B002-D158-B807-90D4AAF0E746}"/>
                    </a:ext>
                  </a:extLst>
                </p:cNvPr>
                <p:cNvPicPr/>
                <p:nvPr/>
              </p:nvPicPr>
              <p:blipFill>
                <a:blip r:embed="rId56"/>
                <a:stretch>
                  <a:fillRect/>
                </a:stretch>
              </p:blipFill>
              <p:spPr>
                <a:xfrm>
                  <a:off x="1479047" y="3777159"/>
                  <a:ext cx="5184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52" name="墨迹 51">
                  <a:extLst>
                    <a:ext uri="{FF2B5EF4-FFF2-40B4-BE49-F238E27FC236}">
                      <a16:creationId xmlns:a16="http://schemas.microsoft.com/office/drawing/2014/main" id="{B420A912-9179-8C8C-7BAF-9266ABD17367}"/>
                    </a:ext>
                  </a:extLst>
                </p14:cNvPr>
                <p14:cNvContentPartPr/>
                <p14:nvPr/>
              </p14:nvContentPartPr>
              <p14:xfrm>
                <a:off x="1521887" y="3792279"/>
                <a:ext cx="28800" cy="49320"/>
              </p14:xfrm>
            </p:contentPart>
          </mc:Choice>
          <mc:Fallback>
            <p:pic>
              <p:nvPicPr>
                <p:cNvPr id="52" name="墨迹 51">
                  <a:extLst>
                    <a:ext uri="{FF2B5EF4-FFF2-40B4-BE49-F238E27FC236}">
                      <a16:creationId xmlns:a16="http://schemas.microsoft.com/office/drawing/2014/main" id="{B420A912-9179-8C8C-7BAF-9266ABD17367}"/>
                    </a:ext>
                  </a:extLst>
                </p:cNvPr>
                <p:cNvPicPr/>
                <p:nvPr/>
              </p:nvPicPr>
              <p:blipFill>
                <a:blip r:embed="rId58"/>
                <a:stretch>
                  <a:fillRect/>
                </a:stretch>
              </p:blipFill>
              <p:spPr>
                <a:xfrm>
                  <a:off x="1512887" y="3783639"/>
                  <a:ext cx="46440" cy="66960"/>
                </a:xfrm>
                <a:prstGeom prst="rect">
                  <a:avLst/>
                </a:prstGeom>
              </p:spPr>
            </p:pic>
          </mc:Fallback>
        </mc:AlternateContent>
      </p:grpSp>
    </p:spTree>
    <p:extLst>
      <p:ext uri="{BB962C8B-B14F-4D97-AF65-F5344CB8AC3E}">
        <p14:creationId xmlns:p14="http://schemas.microsoft.com/office/powerpoint/2010/main" val="357518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C3941-3591-7860-2EEB-F69C25D84BF0}"/>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21F9C5B5-1F0D-F490-8245-218A4309C44C}"/>
              </a:ext>
            </a:extLst>
          </p:cNvPr>
          <p:cNvSpPr>
            <a:spLocks noGrp="1"/>
          </p:cNvSpPr>
          <p:nvPr>
            <p:ph type="title"/>
          </p:nvPr>
        </p:nvSpPr>
        <p:spPr>
          <a:xfrm>
            <a:off x="838200" y="0"/>
            <a:ext cx="10515600" cy="1325563"/>
          </a:xfrm>
        </p:spPr>
        <p:txBody>
          <a:bodyPr/>
          <a:lstStyle/>
          <a:p>
            <a:r>
              <a:rPr lang="zh-CN" altLang="en-US" dirty="0"/>
              <a:t>类（</a:t>
            </a:r>
            <a:r>
              <a:rPr lang="en-US" altLang="zh-CN" dirty="0"/>
              <a:t>class</a:t>
            </a:r>
            <a:r>
              <a:rPr lang="zh-CN" altLang="en-US" dirty="0"/>
              <a:t>）与对象（</a:t>
            </a:r>
            <a:r>
              <a:rPr lang="en-US" altLang="zh-CN" dirty="0"/>
              <a:t>object</a:t>
            </a:r>
            <a:r>
              <a:rPr lang="zh-CN" altLang="en-US" dirty="0"/>
              <a:t>）</a:t>
            </a:r>
          </a:p>
        </p:txBody>
      </p:sp>
      <p:sp>
        <p:nvSpPr>
          <p:cNvPr id="9" name="内容占位符 2">
            <a:extLst>
              <a:ext uri="{FF2B5EF4-FFF2-40B4-BE49-F238E27FC236}">
                <a16:creationId xmlns:a16="http://schemas.microsoft.com/office/drawing/2014/main" id="{5DC28B52-3053-5175-301F-245ED65372C2}"/>
              </a:ext>
            </a:extLst>
          </p:cNvPr>
          <p:cNvSpPr>
            <a:spLocks noGrp="1"/>
          </p:cNvSpPr>
          <p:nvPr>
            <p:ph idx="1"/>
          </p:nvPr>
        </p:nvSpPr>
        <p:spPr>
          <a:xfrm>
            <a:off x="838200" y="1141391"/>
            <a:ext cx="10515600" cy="4765419"/>
          </a:xfrm>
        </p:spPr>
        <p:txBody>
          <a:bodyPr>
            <a:normAutofit/>
          </a:bodyPr>
          <a:lstStyle/>
          <a:p>
            <a:r>
              <a:rPr lang="zh-CN" altLang="en-US" dirty="0"/>
              <a:t>定义</a:t>
            </a:r>
            <a:endParaRPr lang="en-US" altLang="zh-CN" dirty="0"/>
          </a:p>
          <a:p>
            <a:pPr lvl="1"/>
            <a:r>
              <a:rPr lang="zh-CN" altLang="en-US" sz="2000" dirty="0"/>
              <a:t>类：类别。类似于汽车生产线上的蓝图</a:t>
            </a:r>
            <a:endParaRPr lang="en-US" altLang="zh-CN" sz="2000" dirty="0"/>
          </a:p>
          <a:p>
            <a:pPr lvl="1"/>
            <a:r>
              <a:rPr lang="zh-CN" altLang="en-US" sz="2000" dirty="0"/>
              <a:t>对象：在类别下的一个个体。类似于一辆实际的汽车</a:t>
            </a:r>
            <a:endParaRPr lang="en-US" altLang="zh-CN" sz="2000" dirty="0"/>
          </a:p>
          <a:p>
            <a:endParaRPr lang="en-US" altLang="zh-CN" sz="2400" dirty="0"/>
          </a:p>
          <a:p>
            <a:r>
              <a:rPr lang="zh-CN" altLang="en-US" dirty="0"/>
              <a:t>适用场景</a:t>
            </a:r>
            <a:endParaRPr lang="en-US" altLang="zh-CN" dirty="0"/>
          </a:p>
          <a:p>
            <a:pPr lvl="1"/>
            <a:r>
              <a:rPr lang="zh-CN" altLang="en-US" sz="2000" dirty="0"/>
              <a:t>常说的基于对象编程就是将程序的架构视作类与类之间的交互进行设计。</a:t>
            </a:r>
            <a:r>
              <a:rPr lang="en-US" altLang="zh-CN" sz="2000" dirty="0"/>
              <a:t>JAVA</a:t>
            </a:r>
            <a:r>
              <a:rPr lang="zh-CN" altLang="en-US" sz="2000" dirty="0"/>
              <a:t>就是一个基于对象编程的语言。一切都被视作对象</a:t>
            </a:r>
            <a:endParaRPr lang="en-US" altLang="zh-CN" sz="2000" dirty="0"/>
          </a:p>
          <a:p>
            <a:pPr lvl="1"/>
            <a:r>
              <a:rPr lang="zh-CN" altLang="en-US" sz="2000" dirty="0"/>
              <a:t>类和对象最适合用于模拟现实世界，因此游戏编程大部分需要基于对象编程</a:t>
            </a:r>
            <a:endParaRPr lang="en-US" altLang="zh-CN" sz="2000" dirty="0"/>
          </a:p>
          <a:p>
            <a:pPr lvl="1"/>
            <a:endParaRPr lang="en-US" altLang="zh-CN" sz="2000" dirty="0"/>
          </a:p>
          <a:p>
            <a:r>
              <a:rPr lang="zh-CN" altLang="en-US" dirty="0"/>
              <a:t>代码演示</a:t>
            </a:r>
            <a:endParaRPr lang="en-US" altLang="zh-CN" dirty="0"/>
          </a:p>
          <a:p>
            <a:endParaRPr lang="en-US" altLang="zh-CN" sz="2400" dirty="0"/>
          </a:p>
        </p:txBody>
      </p:sp>
    </p:spTree>
    <p:extLst>
      <p:ext uri="{BB962C8B-B14F-4D97-AF65-F5344CB8AC3E}">
        <p14:creationId xmlns:p14="http://schemas.microsoft.com/office/powerpoint/2010/main" val="2721863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A541652-9FEB-DA1F-A068-B169E906291A}"/>
              </a:ext>
            </a:extLst>
          </p:cNvPr>
          <p:cNvSpPr/>
          <p:nvPr/>
        </p:nvSpPr>
        <p:spPr>
          <a:xfrm>
            <a:off x="570733" y="288433"/>
            <a:ext cx="3424397" cy="464564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7F923DC-E985-1127-535A-8BB435DEEEA1}"/>
              </a:ext>
            </a:extLst>
          </p:cNvPr>
          <p:cNvSpPr txBox="1"/>
          <p:nvPr/>
        </p:nvSpPr>
        <p:spPr>
          <a:xfrm>
            <a:off x="791663" y="405037"/>
            <a:ext cx="2976403" cy="369332"/>
          </a:xfrm>
          <a:prstGeom prst="rect">
            <a:avLst/>
          </a:prstGeom>
          <a:noFill/>
        </p:spPr>
        <p:txBody>
          <a:bodyPr wrap="square" rtlCol="0">
            <a:spAutoFit/>
          </a:bodyPr>
          <a:lstStyle/>
          <a:p>
            <a:r>
              <a:rPr lang="zh-CN" altLang="en-US" dirty="0"/>
              <a:t>类 </a:t>
            </a:r>
            <a:r>
              <a:rPr lang="en-US" altLang="zh-CN" dirty="0"/>
              <a:t>= Person</a:t>
            </a:r>
            <a:r>
              <a:rPr lang="zh-CN" altLang="en-US" dirty="0"/>
              <a:t>人</a:t>
            </a:r>
          </a:p>
        </p:txBody>
      </p:sp>
      <p:sp>
        <p:nvSpPr>
          <p:cNvPr id="6" name="文本框 5">
            <a:extLst>
              <a:ext uri="{FF2B5EF4-FFF2-40B4-BE49-F238E27FC236}">
                <a16:creationId xmlns:a16="http://schemas.microsoft.com/office/drawing/2014/main" id="{B7D4C0F1-9F0B-F749-E1E0-1A2F0D6170AD}"/>
              </a:ext>
            </a:extLst>
          </p:cNvPr>
          <p:cNvSpPr txBox="1"/>
          <p:nvPr/>
        </p:nvSpPr>
        <p:spPr>
          <a:xfrm>
            <a:off x="6183966" y="2712515"/>
            <a:ext cx="2976403" cy="369332"/>
          </a:xfrm>
          <a:prstGeom prst="rect">
            <a:avLst/>
          </a:prstGeom>
          <a:noFill/>
        </p:spPr>
        <p:txBody>
          <a:bodyPr wrap="square" rtlCol="0">
            <a:spAutoFit/>
          </a:bodyPr>
          <a:lstStyle/>
          <a:p>
            <a:r>
              <a:rPr lang="zh-CN" altLang="en-US" dirty="0"/>
              <a:t>对象</a:t>
            </a:r>
            <a:r>
              <a:rPr lang="en-US" altLang="zh-CN" dirty="0"/>
              <a:t>1=Alice</a:t>
            </a:r>
            <a:endParaRPr lang="zh-CN" altLang="en-US" dirty="0"/>
          </a:p>
        </p:txBody>
      </p:sp>
      <p:sp>
        <p:nvSpPr>
          <p:cNvPr id="8" name="矩形 7">
            <a:extLst>
              <a:ext uri="{FF2B5EF4-FFF2-40B4-BE49-F238E27FC236}">
                <a16:creationId xmlns:a16="http://schemas.microsoft.com/office/drawing/2014/main" id="{19338E45-9FCF-DB41-F3BA-C0564DF5A1D5}"/>
              </a:ext>
            </a:extLst>
          </p:cNvPr>
          <p:cNvSpPr/>
          <p:nvPr/>
        </p:nvSpPr>
        <p:spPr>
          <a:xfrm>
            <a:off x="6128732" y="2583640"/>
            <a:ext cx="2068140" cy="16017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CD1957F-9A39-8E59-6D60-70EEF3ECE282}"/>
              </a:ext>
            </a:extLst>
          </p:cNvPr>
          <p:cNvSpPr txBox="1"/>
          <p:nvPr/>
        </p:nvSpPr>
        <p:spPr>
          <a:xfrm>
            <a:off x="4525974" y="5128226"/>
            <a:ext cx="2976403" cy="369332"/>
          </a:xfrm>
          <a:prstGeom prst="rect">
            <a:avLst/>
          </a:prstGeom>
          <a:noFill/>
        </p:spPr>
        <p:txBody>
          <a:bodyPr wrap="square" rtlCol="0">
            <a:spAutoFit/>
          </a:bodyPr>
          <a:lstStyle/>
          <a:p>
            <a:r>
              <a:rPr lang="zh-CN" altLang="en-US" dirty="0"/>
              <a:t>对象</a:t>
            </a:r>
            <a:r>
              <a:rPr lang="en-US" altLang="zh-CN" dirty="0"/>
              <a:t>2=Ben</a:t>
            </a:r>
            <a:endParaRPr lang="zh-CN" altLang="en-US" dirty="0"/>
          </a:p>
        </p:txBody>
      </p:sp>
      <p:sp>
        <p:nvSpPr>
          <p:cNvPr id="11" name="矩形 10">
            <a:extLst>
              <a:ext uri="{FF2B5EF4-FFF2-40B4-BE49-F238E27FC236}">
                <a16:creationId xmlns:a16="http://schemas.microsoft.com/office/drawing/2014/main" id="{0E898935-E693-4354-0136-B00D875620A7}"/>
              </a:ext>
            </a:extLst>
          </p:cNvPr>
          <p:cNvSpPr/>
          <p:nvPr/>
        </p:nvSpPr>
        <p:spPr>
          <a:xfrm>
            <a:off x="4525974" y="5045243"/>
            <a:ext cx="2068140" cy="16017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a:extLst>
              <a:ext uri="{FF2B5EF4-FFF2-40B4-BE49-F238E27FC236}">
                <a16:creationId xmlns:a16="http://schemas.microsoft.com/office/drawing/2014/main" id="{AA3F39F0-5D61-7780-727A-F4D2F729D5EF}"/>
              </a:ext>
            </a:extLst>
          </p:cNvPr>
          <p:cNvCxnSpPr>
            <a:cxnSpLocks/>
          </p:cNvCxnSpPr>
          <p:nvPr/>
        </p:nvCxnSpPr>
        <p:spPr>
          <a:xfrm>
            <a:off x="3995130" y="1567984"/>
            <a:ext cx="2730926" cy="972698"/>
          </a:xfrm>
          <a:prstGeom prst="straightConnector1">
            <a:avLst/>
          </a:prstGeom>
          <a:ln>
            <a:solidFill>
              <a:srgbClr val="FF090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7C4A138D-163D-7D1B-FA5C-82AF1C8EB67E}"/>
              </a:ext>
            </a:extLst>
          </p:cNvPr>
          <p:cNvCxnSpPr>
            <a:cxnSpLocks/>
            <a:stCxn id="4" idx="2"/>
            <a:endCxn id="11" idx="0"/>
          </p:cNvCxnSpPr>
          <p:nvPr/>
        </p:nvCxnSpPr>
        <p:spPr>
          <a:xfrm>
            <a:off x="2282932" y="4934078"/>
            <a:ext cx="3277112" cy="111165"/>
          </a:xfrm>
          <a:prstGeom prst="straightConnector1">
            <a:avLst/>
          </a:prstGeom>
          <a:ln>
            <a:solidFill>
              <a:srgbClr val="FF0909"/>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FC1A5E54-946D-FA9B-05A1-A328F57AC7E8}"/>
              </a:ext>
            </a:extLst>
          </p:cNvPr>
          <p:cNvSpPr txBox="1"/>
          <p:nvPr/>
        </p:nvSpPr>
        <p:spPr>
          <a:xfrm>
            <a:off x="859170" y="903244"/>
            <a:ext cx="2976402" cy="5355312"/>
          </a:xfrm>
          <a:prstGeom prst="rect">
            <a:avLst/>
          </a:prstGeom>
          <a:noFill/>
        </p:spPr>
        <p:txBody>
          <a:bodyPr wrap="square" rtlCol="0">
            <a:spAutoFit/>
          </a:bodyPr>
          <a:lstStyle/>
          <a:p>
            <a:r>
              <a:rPr lang="en-US" altLang="zh-CN" dirty="0"/>
              <a:t>float height </a:t>
            </a:r>
          </a:p>
          <a:p>
            <a:r>
              <a:rPr lang="en-US" altLang="zh-CN" dirty="0"/>
              <a:t>int age </a:t>
            </a:r>
          </a:p>
          <a:p>
            <a:r>
              <a:rPr lang="en-US" altLang="zh-CN" dirty="0"/>
              <a:t>char gender</a:t>
            </a:r>
          </a:p>
          <a:p>
            <a:endParaRPr lang="en-US" altLang="zh-CN" dirty="0"/>
          </a:p>
          <a:p>
            <a:r>
              <a:rPr lang="en-US" altLang="zh-CN" dirty="0"/>
              <a:t>public Person(height, age, gender) {</a:t>
            </a:r>
          </a:p>
          <a:p>
            <a:r>
              <a:rPr lang="en-US" altLang="zh-CN" dirty="0"/>
              <a:t>	</a:t>
            </a:r>
            <a:r>
              <a:rPr lang="en-US" altLang="zh-CN" dirty="0" err="1"/>
              <a:t>self.height</a:t>
            </a:r>
            <a:r>
              <a:rPr lang="en-US" altLang="zh-CN" dirty="0"/>
              <a:t> = height;</a:t>
            </a:r>
          </a:p>
          <a:p>
            <a:r>
              <a:rPr lang="en-US" altLang="zh-CN" dirty="0"/>
              <a:t>	</a:t>
            </a:r>
            <a:r>
              <a:rPr lang="en-US" altLang="zh-CN" dirty="0" err="1"/>
              <a:t>self.age</a:t>
            </a:r>
            <a:r>
              <a:rPr lang="en-US" altLang="zh-CN" dirty="0"/>
              <a:t> = age;</a:t>
            </a:r>
          </a:p>
          <a:p>
            <a:r>
              <a:rPr lang="en-US" altLang="zh-CN" dirty="0"/>
              <a:t>	</a:t>
            </a:r>
            <a:r>
              <a:rPr lang="en-US" altLang="zh-CN" dirty="0" err="1"/>
              <a:t>self.gender</a:t>
            </a:r>
            <a:r>
              <a:rPr lang="en-US" altLang="zh-CN" dirty="0"/>
              <a:t> = gender;</a:t>
            </a:r>
          </a:p>
          <a:p>
            <a:r>
              <a:rPr lang="en-US" altLang="zh-CN" dirty="0"/>
              <a:t>}</a:t>
            </a:r>
          </a:p>
          <a:p>
            <a:endParaRPr lang="en-US" altLang="zh-CN" dirty="0"/>
          </a:p>
          <a:p>
            <a:r>
              <a:rPr lang="en-US" altLang="zh-CN" dirty="0"/>
              <a:t>public Person(age, gender) {</a:t>
            </a:r>
          </a:p>
          <a:p>
            <a:r>
              <a:rPr lang="en-US" altLang="zh-CN" dirty="0"/>
              <a:t>	</a:t>
            </a:r>
            <a:r>
              <a:rPr lang="en-US" altLang="zh-CN" dirty="0" err="1"/>
              <a:t>self.age</a:t>
            </a:r>
            <a:r>
              <a:rPr lang="en-US" altLang="zh-CN" dirty="0"/>
              <a:t> = age;</a:t>
            </a:r>
          </a:p>
          <a:p>
            <a:r>
              <a:rPr lang="en-US" altLang="zh-CN" dirty="0"/>
              <a:t>	</a:t>
            </a:r>
            <a:r>
              <a:rPr lang="en-US" altLang="zh-CN" dirty="0" err="1"/>
              <a:t>self.gender</a:t>
            </a:r>
            <a:r>
              <a:rPr lang="en-US" altLang="zh-CN" dirty="0"/>
              <a:t> = gender;</a:t>
            </a:r>
          </a:p>
          <a:p>
            <a:r>
              <a:rPr lang="en-US" altLang="zh-CN" dirty="0"/>
              <a:t>	</a:t>
            </a:r>
            <a:r>
              <a:rPr lang="en-US" altLang="zh-CN" dirty="0" err="1"/>
              <a:t>self.height</a:t>
            </a:r>
            <a:r>
              <a:rPr lang="en-US" altLang="zh-CN" dirty="0"/>
              <a:t> = 160;</a:t>
            </a:r>
          </a:p>
          <a:p>
            <a:r>
              <a:rPr lang="en-US" altLang="zh-CN" dirty="0"/>
              <a:t>}</a:t>
            </a:r>
          </a:p>
          <a:p>
            <a:endParaRPr lang="en-US" altLang="zh-CN" dirty="0"/>
          </a:p>
          <a:p>
            <a:endParaRPr lang="zh-CN" altLang="en-US" dirty="0"/>
          </a:p>
        </p:txBody>
      </p:sp>
      <p:sp>
        <p:nvSpPr>
          <p:cNvPr id="19" name="文本框 18">
            <a:extLst>
              <a:ext uri="{FF2B5EF4-FFF2-40B4-BE49-F238E27FC236}">
                <a16:creationId xmlns:a16="http://schemas.microsoft.com/office/drawing/2014/main" id="{1F6E5F16-C030-BCA4-92D9-EC23BCC1E7DD}"/>
              </a:ext>
            </a:extLst>
          </p:cNvPr>
          <p:cNvSpPr txBox="1"/>
          <p:nvPr/>
        </p:nvSpPr>
        <p:spPr>
          <a:xfrm>
            <a:off x="4409372" y="682447"/>
            <a:ext cx="2976403" cy="1200329"/>
          </a:xfrm>
          <a:prstGeom prst="rect">
            <a:avLst/>
          </a:prstGeom>
          <a:noFill/>
        </p:spPr>
        <p:txBody>
          <a:bodyPr wrap="square" rtlCol="0">
            <a:spAutoFit/>
          </a:bodyPr>
          <a:lstStyle/>
          <a:p>
            <a:r>
              <a:rPr lang="en-US" altLang="zh-CN" dirty="0"/>
              <a:t>Alice = new Person();</a:t>
            </a:r>
          </a:p>
          <a:p>
            <a:r>
              <a:rPr lang="en-US" altLang="zh-CN" dirty="0" err="1"/>
              <a:t>Alice.height</a:t>
            </a:r>
            <a:r>
              <a:rPr lang="en-US" altLang="zh-CN" dirty="0"/>
              <a:t> = 180.1;</a:t>
            </a:r>
          </a:p>
          <a:p>
            <a:r>
              <a:rPr lang="en-US" altLang="zh-CN" dirty="0" err="1"/>
              <a:t>Alice.age</a:t>
            </a:r>
            <a:r>
              <a:rPr lang="en-US" altLang="zh-CN" dirty="0"/>
              <a:t> = 28;</a:t>
            </a:r>
          </a:p>
          <a:p>
            <a:r>
              <a:rPr lang="en-US" altLang="zh-CN" dirty="0" err="1"/>
              <a:t>Alice.gender</a:t>
            </a:r>
            <a:r>
              <a:rPr lang="en-US" altLang="zh-CN" dirty="0"/>
              <a:t> = ‘f’;</a:t>
            </a:r>
            <a:endParaRPr lang="zh-CN" altLang="en-US" dirty="0"/>
          </a:p>
        </p:txBody>
      </p:sp>
      <p:sp>
        <p:nvSpPr>
          <p:cNvPr id="27" name="文本框 26">
            <a:extLst>
              <a:ext uri="{FF2B5EF4-FFF2-40B4-BE49-F238E27FC236}">
                <a16:creationId xmlns:a16="http://schemas.microsoft.com/office/drawing/2014/main" id="{D8AB97ED-FAD8-B933-EAF5-A52678E9A626}"/>
              </a:ext>
            </a:extLst>
          </p:cNvPr>
          <p:cNvSpPr txBox="1"/>
          <p:nvPr/>
        </p:nvSpPr>
        <p:spPr>
          <a:xfrm>
            <a:off x="4186399" y="4357420"/>
            <a:ext cx="2976403" cy="646331"/>
          </a:xfrm>
          <a:prstGeom prst="rect">
            <a:avLst/>
          </a:prstGeom>
          <a:noFill/>
        </p:spPr>
        <p:txBody>
          <a:bodyPr wrap="square" rtlCol="0">
            <a:spAutoFit/>
          </a:bodyPr>
          <a:lstStyle/>
          <a:p>
            <a:r>
              <a:rPr lang="en-US" altLang="zh-CN" dirty="0"/>
              <a:t>Ben = new Person(180.1, 28, ‘m’);</a:t>
            </a:r>
          </a:p>
        </p:txBody>
      </p:sp>
      <p:sp>
        <p:nvSpPr>
          <p:cNvPr id="28" name="文本框 27">
            <a:extLst>
              <a:ext uri="{FF2B5EF4-FFF2-40B4-BE49-F238E27FC236}">
                <a16:creationId xmlns:a16="http://schemas.microsoft.com/office/drawing/2014/main" id="{1FB7847B-7B51-1BC3-2342-C6F5E0D1DAA0}"/>
              </a:ext>
            </a:extLst>
          </p:cNvPr>
          <p:cNvSpPr txBox="1"/>
          <p:nvPr/>
        </p:nvSpPr>
        <p:spPr>
          <a:xfrm>
            <a:off x="8984440" y="682447"/>
            <a:ext cx="2141783" cy="369332"/>
          </a:xfrm>
          <a:prstGeom prst="rect">
            <a:avLst/>
          </a:prstGeom>
          <a:noFill/>
        </p:spPr>
        <p:txBody>
          <a:bodyPr wrap="square" rtlCol="0">
            <a:spAutoFit/>
          </a:bodyPr>
          <a:lstStyle/>
          <a:p>
            <a:r>
              <a:rPr lang="en-US" altLang="zh-CN" b="1" dirty="0"/>
              <a:t>JAVA</a:t>
            </a:r>
            <a:endParaRPr lang="zh-CN" altLang="en-US" b="1" dirty="0"/>
          </a:p>
        </p:txBody>
      </p:sp>
    </p:spTree>
    <p:extLst>
      <p:ext uri="{BB962C8B-B14F-4D97-AF65-F5344CB8AC3E}">
        <p14:creationId xmlns:p14="http://schemas.microsoft.com/office/powerpoint/2010/main" val="2711113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FFCDEB8-708E-3EA5-A050-AFFA0EEA859E}"/>
              </a:ext>
            </a:extLst>
          </p:cNvPr>
          <p:cNvSpPr/>
          <p:nvPr/>
        </p:nvSpPr>
        <p:spPr>
          <a:xfrm>
            <a:off x="570733" y="288433"/>
            <a:ext cx="3424397" cy="41467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CE09D1CF-AC9B-D2F0-B543-81BF29F1E644}"/>
              </a:ext>
            </a:extLst>
          </p:cNvPr>
          <p:cNvSpPr txBox="1"/>
          <p:nvPr/>
        </p:nvSpPr>
        <p:spPr>
          <a:xfrm>
            <a:off x="675061" y="391785"/>
            <a:ext cx="2976403" cy="369332"/>
          </a:xfrm>
          <a:prstGeom prst="rect">
            <a:avLst/>
          </a:prstGeom>
          <a:noFill/>
        </p:spPr>
        <p:txBody>
          <a:bodyPr wrap="square" rtlCol="0">
            <a:spAutoFit/>
          </a:bodyPr>
          <a:lstStyle/>
          <a:p>
            <a:r>
              <a:rPr lang="zh-CN" altLang="en-US" dirty="0"/>
              <a:t>类 </a:t>
            </a:r>
            <a:r>
              <a:rPr lang="en-US" altLang="zh-CN" dirty="0"/>
              <a:t>= Person</a:t>
            </a:r>
            <a:r>
              <a:rPr lang="zh-CN" altLang="en-US" dirty="0"/>
              <a:t>人</a:t>
            </a:r>
          </a:p>
        </p:txBody>
      </p:sp>
      <p:sp>
        <p:nvSpPr>
          <p:cNvPr id="6" name="文本框 5">
            <a:extLst>
              <a:ext uri="{FF2B5EF4-FFF2-40B4-BE49-F238E27FC236}">
                <a16:creationId xmlns:a16="http://schemas.microsoft.com/office/drawing/2014/main" id="{3534F2F7-41BE-A5F2-5B60-17FDE3F7A70B}"/>
              </a:ext>
            </a:extLst>
          </p:cNvPr>
          <p:cNvSpPr txBox="1"/>
          <p:nvPr/>
        </p:nvSpPr>
        <p:spPr>
          <a:xfrm>
            <a:off x="6183966" y="2712515"/>
            <a:ext cx="2976403" cy="369332"/>
          </a:xfrm>
          <a:prstGeom prst="rect">
            <a:avLst/>
          </a:prstGeom>
          <a:noFill/>
        </p:spPr>
        <p:txBody>
          <a:bodyPr wrap="square" rtlCol="0">
            <a:spAutoFit/>
          </a:bodyPr>
          <a:lstStyle/>
          <a:p>
            <a:r>
              <a:rPr lang="zh-CN" altLang="en-US" dirty="0"/>
              <a:t>对象</a:t>
            </a:r>
            <a:r>
              <a:rPr lang="en-US" altLang="zh-CN" dirty="0"/>
              <a:t>1=Alice</a:t>
            </a:r>
            <a:endParaRPr lang="zh-CN" altLang="en-US" dirty="0"/>
          </a:p>
        </p:txBody>
      </p:sp>
      <p:sp>
        <p:nvSpPr>
          <p:cNvPr id="7" name="矩形 6">
            <a:extLst>
              <a:ext uri="{FF2B5EF4-FFF2-40B4-BE49-F238E27FC236}">
                <a16:creationId xmlns:a16="http://schemas.microsoft.com/office/drawing/2014/main" id="{3842A2B2-0FFB-3051-2097-9ABEE770393B}"/>
              </a:ext>
            </a:extLst>
          </p:cNvPr>
          <p:cNvSpPr/>
          <p:nvPr/>
        </p:nvSpPr>
        <p:spPr>
          <a:xfrm>
            <a:off x="6128732" y="2583640"/>
            <a:ext cx="2068140" cy="16017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A6B446F3-A213-894B-5B54-F9847D8F747A}"/>
              </a:ext>
            </a:extLst>
          </p:cNvPr>
          <p:cNvSpPr txBox="1"/>
          <p:nvPr/>
        </p:nvSpPr>
        <p:spPr>
          <a:xfrm>
            <a:off x="3430536" y="4829750"/>
            <a:ext cx="2976403" cy="369332"/>
          </a:xfrm>
          <a:prstGeom prst="rect">
            <a:avLst/>
          </a:prstGeom>
          <a:noFill/>
        </p:spPr>
        <p:txBody>
          <a:bodyPr wrap="square" rtlCol="0">
            <a:spAutoFit/>
          </a:bodyPr>
          <a:lstStyle/>
          <a:p>
            <a:r>
              <a:rPr lang="zh-CN" altLang="en-US" dirty="0"/>
              <a:t>对象</a:t>
            </a:r>
            <a:r>
              <a:rPr lang="en-US" altLang="zh-CN" dirty="0"/>
              <a:t>2=Ben</a:t>
            </a:r>
            <a:endParaRPr lang="zh-CN" altLang="en-US" dirty="0"/>
          </a:p>
        </p:txBody>
      </p:sp>
      <p:sp>
        <p:nvSpPr>
          <p:cNvPr id="9" name="矩形 8">
            <a:extLst>
              <a:ext uri="{FF2B5EF4-FFF2-40B4-BE49-F238E27FC236}">
                <a16:creationId xmlns:a16="http://schemas.microsoft.com/office/drawing/2014/main" id="{822CF2D0-1D2C-734E-4B65-97C50429F75A}"/>
              </a:ext>
            </a:extLst>
          </p:cNvPr>
          <p:cNvSpPr/>
          <p:nvPr/>
        </p:nvSpPr>
        <p:spPr>
          <a:xfrm>
            <a:off x="3375302" y="4700875"/>
            <a:ext cx="2068140" cy="16017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id="{631F6704-4F80-E03A-AF27-DF4E139DCE2D}"/>
              </a:ext>
            </a:extLst>
          </p:cNvPr>
          <p:cNvCxnSpPr>
            <a:cxnSpLocks/>
          </p:cNvCxnSpPr>
          <p:nvPr/>
        </p:nvCxnSpPr>
        <p:spPr>
          <a:xfrm>
            <a:off x="3995130" y="1567984"/>
            <a:ext cx="2730926" cy="972698"/>
          </a:xfrm>
          <a:prstGeom prst="straightConnector1">
            <a:avLst/>
          </a:prstGeom>
          <a:ln>
            <a:solidFill>
              <a:srgbClr val="FF0909"/>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89893B3-B33C-6F23-04EA-4F6A1CA70D9D}"/>
              </a:ext>
            </a:extLst>
          </p:cNvPr>
          <p:cNvCxnSpPr>
            <a:cxnSpLocks/>
            <a:stCxn id="4" idx="2"/>
            <a:endCxn id="9" idx="0"/>
          </p:cNvCxnSpPr>
          <p:nvPr/>
        </p:nvCxnSpPr>
        <p:spPr>
          <a:xfrm>
            <a:off x="2282932" y="4435180"/>
            <a:ext cx="2126440" cy="265695"/>
          </a:xfrm>
          <a:prstGeom prst="straightConnector1">
            <a:avLst/>
          </a:prstGeom>
          <a:ln>
            <a:solidFill>
              <a:srgbClr val="FF0909"/>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D1EF6329-DC01-55D2-67A3-E6AFA7760772}"/>
              </a:ext>
            </a:extLst>
          </p:cNvPr>
          <p:cNvSpPr txBox="1"/>
          <p:nvPr/>
        </p:nvSpPr>
        <p:spPr>
          <a:xfrm>
            <a:off x="859168" y="773522"/>
            <a:ext cx="2976402" cy="4247317"/>
          </a:xfrm>
          <a:prstGeom prst="rect">
            <a:avLst/>
          </a:prstGeom>
          <a:noFill/>
        </p:spPr>
        <p:txBody>
          <a:bodyPr wrap="square" rtlCol="0">
            <a:spAutoFit/>
          </a:bodyPr>
          <a:lstStyle/>
          <a:p>
            <a:r>
              <a:rPr lang="en-US" altLang="zh-CN" dirty="0" err="1"/>
              <a:t>max_age</a:t>
            </a:r>
            <a:r>
              <a:rPr lang="en-US" altLang="zh-CN" dirty="0"/>
              <a:t> = 130</a:t>
            </a:r>
          </a:p>
          <a:p>
            <a:endParaRPr lang="en-US" altLang="zh-CN" dirty="0"/>
          </a:p>
          <a:p>
            <a:r>
              <a:rPr lang="en-US" altLang="zh-CN" dirty="0"/>
              <a:t>@classmethod</a:t>
            </a:r>
          </a:p>
          <a:p>
            <a:r>
              <a:rPr lang="en-US" altLang="zh-CN" dirty="0"/>
              <a:t>def cry(</a:t>
            </a:r>
            <a:r>
              <a:rPr lang="en-US" altLang="zh-CN" dirty="0" err="1"/>
              <a:t>cls</a:t>
            </a:r>
            <a:r>
              <a:rPr lang="en-US" altLang="zh-CN" dirty="0"/>
              <a:t>):</a:t>
            </a:r>
          </a:p>
          <a:p>
            <a:r>
              <a:rPr lang="en-US" altLang="zh-CN" dirty="0"/>
              <a:t>	print(“</a:t>
            </a:r>
            <a:r>
              <a:rPr lang="zh-CN" altLang="en-US" dirty="0"/>
              <a:t>哇哇哇</a:t>
            </a:r>
            <a:r>
              <a:rPr lang="en-US" altLang="zh-CN" dirty="0"/>
              <a:t>”)</a:t>
            </a:r>
          </a:p>
          <a:p>
            <a:endParaRPr lang="en-US" altLang="zh-CN" dirty="0"/>
          </a:p>
          <a:p>
            <a:r>
              <a:rPr lang="en-US" altLang="zh-CN" dirty="0"/>
              <a:t>def </a:t>
            </a:r>
            <a:r>
              <a:rPr lang="en-GB" altLang="zh-CN" dirty="0"/>
              <a:t>__</a:t>
            </a:r>
            <a:r>
              <a:rPr lang="en-GB" altLang="zh-CN" dirty="0" err="1"/>
              <a:t>init</a:t>
            </a:r>
            <a:r>
              <a:rPr lang="en-GB" altLang="zh-CN" dirty="0"/>
              <a:t>__(self, </a:t>
            </a:r>
            <a:r>
              <a:rPr lang="en-US" altLang="zh-CN" dirty="0"/>
              <a:t>height, age, gender</a:t>
            </a:r>
            <a:r>
              <a:rPr lang="en-GB" altLang="zh-CN" dirty="0"/>
              <a:t>):</a:t>
            </a:r>
          </a:p>
          <a:p>
            <a:r>
              <a:rPr lang="en-GB" altLang="zh-CN" dirty="0"/>
              <a:t>	</a:t>
            </a:r>
            <a:r>
              <a:rPr lang="en-GB" altLang="zh-CN" dirty="0" err="1"/>
              <a:t>self.height</a:t>
            </a:r>
            <a:r>
              <a:rPr lang="en-GB" altLang="zh-CN" dirty="0"/>
              <a:t> = height</a:t>
            </a:r>
          </a:p>
          <a:p>
            <a:r>
              <a:rPr lang="en-GB" altLang="zh-CN" dirty="0"/>
              <a:t>	</a:t>
            </a:r>
            <a:r>
              <a:rPr lang="en-GB" altLang="zh-CN" dirty="0" err="1"/>
              <a:t>self.age</a:t>
            </a:r>
            <a:r>
              <a:rPr lang="en-GB" altLang="zh-CN" dirty="0"/>
              <a:t> = age</a:t>
            </a:r>
          </a:p>
          <a:p>
            <a:r>
              <a:rPr lang="en-GB" altLang="zh-CN" dirty="0"/>
              <a:t>	</a:t>
            </a:r>
            <a:r>
              <a:rPr lang="en-GB" altLang="zh-CN" dirty="0" err="1"/>
              <a:t>self.gender</a:t>
            </a:r>
            <a:r>
              <a:rPr lang="en-GB" altLang="zh-CN" dirty="0"/>
              <a:t> = gender</a:t>
            </a:r>
          </a:p>
          <a:p>
            <a:endParaRPr lang="en-US" altLang="zh-CN" dirty="0"/>
          </a:p>
          <a:p>
            <a:endParaRPr lang="en-US" altLang="zh-CN" dirty="0"/>
          </a:p>
          <a:p>
            <a:endParaRPr lang="en-US" altLang="zh-CN" dirty="0"/>
          </a:p>
          <a:p>
            <a:endParaRPr lang="zh-CN" altLang="en-US" dirty="0"/>
          </a:p>
        </p:txBody>
      </p:sp>
      <p:sp>
        <p:nvSpPr>
          <p:cNvPr id="15" name="文本框 14">
            <a:extLst>
              <a:ext uri="{FF2B5EF4-FFF2-40B4-BE49-F238E27FC236}">
                <a16:creationId xmlns:a16="http://schemas.microsoft.com/office/drawing/2014/main" id="{64D71288-0DF4-1328-C1DB-1BC5E8CD6DB9}"/>
              </a:ext>
            </a:extLst>
          </p:cNvPr>
          <p:cNvSpPr txBox="1"/>
          <p:nvPr/>
        </p:nvSpPr>
        <p:spPr>
          <a:xfrm>
            <a:off x="8984440" y="682447"/>
            <a:ext cx="2141783" cy="369332"/>
          </a:xfrm>
          <a:prstGeom prst="rect">
            <a:avLst/>
          </a:prstGeom>
          <a:noFill/>
        </p:spPr>
        <p:txBody>
          <a:bodyPr wrap="square" rtlCol="0">
            <a:spAutoFit/>
          </a:bodyPr>
          <a:lstStyle/>
          <a:p>
            <a:r>
              <a:rPr lang="en-US" altLang="zh-CN" b="1" dirty="0"/>
              <a:t>Python</a:t>
            </a:r>
            <a:endParaRPr lang="zh-CN" altLang="en-US" b="1" dirty="0"/>
          </a:p>
        </p:txBody>
      </p:sp>
      <p:sp>
        <p:nvSpPr>
          <p:cNvPr id="21" name="文本框 20">
            <a:extLst>
              <a:ext uri="{FF2B5EF4-FFF2-40B4-BE49-F238E27FC236}">
                <a16:creationId xmlns:a16="http://schemas.microsoft.com/office/drawing/2014/main" id="{522CD963-20C7-EBC1-F044-3875547546D9}"/>
              </a:ext>
            </a:extLst>
          </p:cNvPr>
          <p:cNvSpPr txBox="1"/>
          <p:nvPr/>
        </p:nvSpPr>
        <p:spPr>
          <a:xfrm>
            <a:off x="5498676" y="4643685"/>
            <a:ext cx="3424397" cy="646331"/>
          </a:xfrm>
          <a:prstGeom prst="rect">
            <a:avLst/>
          </a:prstGeom>
          <a:noFill/>
        </p:spPr>
        <p:txBody>
          <a:bodyPr wrap="square" rtlCol="0">
            <a:spAutoFit/>
          </a:bodyPr>
          <a:lstStyle/>
          <a:p>
            <a:r>
              <a:rPr lang="en-US" altLang="zh-CN" dirty="0"/>
              <a:t>Ben = person(180.1, 28, ‘m’)</a:t>
            </a:r>
          </a:p>
          <a:p>
            <a:r>
              <a:rPr lang="en-US" altLang="zh-CN" dirty="0" err="1"/>
              <a:t>Ben.company</a:t>
            </a:r>
            <a:r>
              <a:rPr lang="en-US" altLang="zh-CN" dirty="0"/>
              <a:t> = ‘Tencent’</a:t>
            </a:r>
            <a:endParaRPr lang="zh-CN" altLang="en-US" dirty="0"/>
          </a:p>
        </p:txBody>
      </p:sp>
    </p:spTree>
    <p:extLst>
      <p:ext uri="{BB962C8B-B14F-4D97-AF65-F5344CB8AC3E}">
        <p14:creationId xmlns:p14="http://schemas.microsoft.com/office/powerpoint/2010/main" val="1540857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D4267-AB2D-75AA-7D39-EC56070C47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79E0293-C648-2A40-D521-6966C7895376}"/>
              </a:ext>
            </a:extLst>
          </p:cNvPr>
          <p:cNvSpPr>
            <a:spLocks noGrp="1"/>
          </p:cNvSpPr>
          <p:nvPr>
            <p:ph type="title"/>
          </p:nvPr>
        </p:nvSpPr>
        <p:spPr>
          <a:xfrm>
            <a:off x="3305622" y="414256"/>
            <a:ext cx="5580755" cy="751758"/>
          </a:xfrm>
        </p:spPr>
        <p:txBody>
          <a:bodyPr>
            <a:normAutofit/>
          </a:bodyPr>
          <a:lstStyle/>
          <a:p>
            <a:r>
              <a:rPr lang="zh-CN" altLang="en-US" sz="3600" dirty="0"/>
              <a:t>作业 （预计</a:t>
            </a:r>
            <a:r>
              <a:rPr lang="en-US" altLang="zh-CN" sz="3600" dirty="0"/>
              <a:t>45min~1h</a:t>
            </a:r>
            <a:r>
              <a:rPr lang="zh-CN" altLang="en-US" sz="3600" dirty="0"/>
              <a:t>内）</a:t>
            </a:r>
          </a:p>
        </p:txBody>
      </p:sp>
      <p:sp>
        <p:nvSpPr>
          <p:cNvPr id="3" name="文本框 2">
            <a:extLst>
              <a:ext uri="{FF2B5EF4-FFF2-40B4-BE49-F238E27FC236}">
                <a16:creationId xmlns:a16="http://schemas.microsoft.com/office/drawing/2014/main" id="{520953CF-582A-71F8-4A2B-0B6D1DB959EB}"/>
              </a:ext>
            </a:extLst>
          </p:cNvPr>
          <p:cNvSpPr txBox="1"/>
          <p:nvPr/>
        </p:nvSpPr>
        <p:spPr>
          <a:xfrm>
            <a:off x="957358" y="1208972"/>
            <a:ext cx="9254464" cy="3785652"/>
          </a:xfrm>
          <a:prstGeom prst="rect">
            <a:avLst/>
          </a:prstGeom>
          <a:noFill/>
        </p:spPr>
        <p:txBody>
          <a:bodyPr wrap="square" rtlCol="0">
            <a:spAutoFit/>
          </a:bodyPr>
          <a:lstStyle/>
          <a:p>
            <a:r>
              <a:rPr lang="en-US" altLang="zh-CN" sz="1600" dirty="0"/>
              <a:t>1</a:t>
            </a:r>
            <a:r>
              <a:rPr lang="zh-CN" altLang="en-US" sz="1600" dirty="0"/>
              <a:t>）你的朋友开了一家偶像经纪公司（</a:t>
            </a:r>
            <a:r>
              <a:rPr lang="en-GB" altLang="zh-CN" sz="1600" dirty="0" err="1"/>
              <a:t>IdolAgency</a:t>
            </a:r>
            <a:r>
              <a:rPr lang="zh-CN" altLang="en-GB" sz="1600" dirty="0"/>
              <a:t>），</a:t>
            </a:r>
            <a:r>
              <a:rPr lang="zh-CN" altLang="en-US" sz="1600" dirty="0"/>
              <a:t>旗下签约了好几位偶像艺人（</a:t>
            </a:r>
            <a:r>
              <a:rPr lang="en-GB" altLang="zh-CN" sz="1600" dirty="0"/>
              <a:t>Idol</a:t>
            </a:r>
            <a:r>
              <a:rPr lang="zh-CN" altLang="en-GB" sz="1600" dirty="0"/>
              <a:t>）。</a:t>
            </a:r>
            <a:r>
              <a:rPr lang="zh-CN" altLang="en-US" sz="1600" dirty="0"/>
              <a:t>请根据以下要求完成代码：</a:t>
            </a:r>
            <a:endParaRPr lang="en-US" altLang="zh-CN" sz="1600" dirty="0"/>
          </a:p>
          <a:p>
            <a:r>
              <a:rPr lang="zh-CN" altLang="en-US" sz="1600" dirty="0"/>
              <a:t>要求</a:t>
            </a:r>
            <a:r>
              <a:rPr lang="en-GB" altLang="zh-CN" sz="1600" dirty="0"/>
              <a:t>Idol </a:t>
            </a:r>
            <a:r>
              <a:rPr lang="zh-CN" altLang="en-US" sz="1600" dirty="0"/>
              <a:t>类需要包含：</a:t>
            </a:r>
            <a:endParaRPr lang="en-US" altLang="zh-CN" sz="1600" dirty="0"/>
          </a:p>
          <a:p>
            <a:pPr lvl="1"/>
            <a:r>
              <a:rPr lang="zh-CN" altLang="en-US" sz="1600" dirty="0"/>
              <a:t>类属性 </a:t>
            </a:r>
            <a:r>
              <a:rPr lang="en-GB" altLang="zh-CN" sz="1600" dirty="0" err="1"/>
              <a:t>total_fans</a:t>
            </a:r>
            <a:r>
              <a:rPr lang="zh-CN" altLang="en-GB" sz="1600" dirty="0"/>
              <a:t>：</a:t>
            </a:r>
            <a:r>
              <a:rPr lang="zh-CN" altLang="en-US" sz="1600" dirty="0"/>
              <a:t>所有偶像共享的公司总粉丝数，初始值为 </a:t>
            </a:r>
            <a:r>
              <a:rPr lang="en-US" altLang="zh-CN" sz="1600" dirty="0"/>
              <a:t>0</a:t>
            </a:r>
          </a:p>
          <a:p>
            <a:pPr lvl="1"/>
            <a:r>
              <a:rPr lang="zh-CN" altLang="en-US" sz="1600" dirty="0"/>
              <a:t>对象属性（在 </a:t>
            </a:r>
            <a:r>
              <a:rPr lang="en-US" altLang="zh-CN" sz="1600" dirty="0"/>
              <a:t>__</a:t>
            </a:r>
            <a:r>
              <a:rPr lang="en-GB" altLang="zh-CN" sz="1600" dirty="0" err="1"/>
              <a:t>init</a:t>
            </a:r>
            <a:r>
              <a:rPr lang="en-GB" altLang="zh-CN" sz="1600" dirty="0"/>
              <a:t>__ </a:t>
            </a:r>
            <a:r>
              <a:rPr lang="zh-CN" altLang="en-US" sz="1600" dirty="0"/>
              <a:t>中设置）：</a:t>
            </a:r>
            <a:endParaRPr lang="en-US" altLang="zh-CN" sz="1600" dirty="0"/>
          </a:p>
          <a:p>
            <a:pPr lvl="1"/>
            <a:r>
              <a:rPr lang="en-US" altLang="zh-CN" sz="1600" dirty="0"/>
              <a:t>	</a:t>
            </a:r>
            <a:r>
              <a:rPr lang="en-GB" altLang="zh-CN" sz="1600" dirty="0"/>
              <a:t>name</a:t>
            </a:r>
            <a:r>
              <a:rPr lang="zh-CN" altLang="en-GB" sz="1600" dirty="0"/>
              <a:t>：</a:t>
            </a:r>
            <a:r>
              <a:rPr lang="zh-CN" altLang="en-US" sz="1600" dirty="0"/>
              <a:t>偶像的名字</a:t>
            </a:r>
            <a:endParaRPr lang="en-US" altLang="zh-CN" sz="1600" dirty="0"/>
          </a:p>
          <a:p>
            <a:pPr lvl="1"/>
            <a:r>
              <a:rPr lang="en-US" altLang="zh-CN" sz="1600" dirty="0"/>
              <a:t>	</a:t>
            </a:r>
            <a:r>
              <a:rPr lang="en-GB" altLang="zh-CN" sz="1600" dirty="0"/>
              <a:t>skill</a:t>
            </a:r>
            <a:r>
              <a:rPr lang="zh-CN" altLang="en-GB" sz="1600" dirty="0"/>
              <a:t>：</a:t>
            </a:r>
            <a:r>
              <a:rPr lang="zh-CN" altLang="en-US" sz="1600" dirty="0"/>
              <a:t>偶像的特长（如 </a:t>
            </a:r>
            <a:r>
              <a:rPr lang="en-US" altLang="zh-CN" sz="1600" dirty="0"/>
              <a:t>"</a:t>
            </a:r>
            <a:r>
              <a:rPr lang="zh-CN" altLang="en-US" sz="1600" dirty="0"/>
              <a:t>唱歌</a:t>
            </a:r>
            <a:r>
              <a:rPr lang="en-US" altLang="zh-CN" sz="1600" dirty="0"/>
              <a:t>"</a:t>
            </a:r>
            <a:r>
              <a:rPr lang="zh-CN" altLang="en-US" sz="1600" dirty="0"/>
              <a:t>、</a:t>
            </a:r>
            <a:r>
              <a:rPr lang="en-US" altLang="zh-CN" sz="1600" dirty="0"/>
              <a:t>"</a:t>
            </a:r>
            <a:r>
              <a:rPr lang="zh-CN" altLang="en-US" sz="1600" dirty="0"/>
              <a:t>跳舞</a:t>
            </a:r>
            <a:r>
              <a:rPr lang="en-US" altLang="zh-CN" sz="1600" dirty="0"/>
              <a:t>"</a:t>
            </a:r>
            <a:r>
              <a:rPr lang="zh-CN" altLang="en-US" sz="1600" dirty="0"/>
              <a:t>、</a:t>
            </a:r>
            <a:r>
              <a:rPr lang="en-US" altLang="zh-CN" sz="1600" dirty="0"/>
              <a:t>"</a:t>
            </a:r>
            <a:r>
              <a:rPr lang="zh-CN" altLang="en-US" sz="1600" dirty="0"/>
              <a:t>演戏</a:t>
            </a:r>
            <a:r>
              <a:rPr lang="en-US" altLang="zh-CN" sz="1600" dirty="0"/>
              <a:t>"</a:t>
            </a:r>
            <a:r>
              <a:rPr lang="zh-CN" altLang="en-US" sz="1600" dirty="0"/>
              <a:t>）</a:t>
            </a:r>
            <a:endParaRPr lang="en-US" altLang="zh-CN" sz="1600" dirty="0"/>
          </a:p>
          <a:p>
            <a:pPr lvl="1"/>
            <a:r>
              <a:rPr lang="en-US" altLang="zh-CN" sz="1600" dirty="0"/>
              <a:t>	</a:t>
            </a:r>
            <a:r>
              <a:rPr lang="en-GB" altLang="zh-CN" sz="1600" dirty="0" err="1"/>
              <a:t>personal_fans</a:t>
            </a:r>
            <a:r>
              <a:rPr lang="zh-CN" altLang="en-GB" sz="1600" dirty="0"/>
              <a:t>：</a:t>
            </a:r>
            <a:r>
              <a:rPr lang="zh-CN" altLang="en-US" sz="1600" dirty="0"/>
              <a:t>该偶像个人的粉丝数，初始值为 </a:t>
            </a:r>
            <a:r>
              <a:rPr lang="en-US" altLang="zh-CN" sz="1600" dirty="0"/>
              <a:t>0</a:t>
            </a:r>
          </a:p>
          <a:p>
            <a:endParaRPr lang="en-US" altLang="zh-CN" sz="1600" dirty="0"/>
          </a:p>
          <a:p>
            <a:r>
              <a:rPr lang="en-US" altLang="zh-CN" sz="1600" dirty="0"/>
              <a:t>	</a:t>
            </a:r>
            <a:r>
              <a:rPr lang="zh-CN" altLang="en-US" sz="1600" dirty="0"/>
              <a:t>类方法 </a:t>
            </a:r>
            <a:r>
              <a:rPr lang="en-GB" altLang="zh-CN" sz="1600" dirty="0" err="1"/>
              <a:t>company_event</a:t>
            </a:r>
            <a:r>
              <a:rPr lang="en-GB" altLang="zh-CN" sz="1600" dirty="0"/>
              <a:t>(</a:t>
            </a:r>
            <a:r>
              <a:rPr lang="en-GB" altLang="zh-CN" sz="1600" dirty="0" err="1"/>
              <a:t>cls</a:t>
            </a:r>
            <a:r>
              <a:rPr lang="en-GB" altLang="zh-CN" sz="1600" dirty="0"/>
              <a:t>, </a:t>
            </a:r>
            <a:r>
              <a:rPr lang="en-GB" altLang="zh-CN" sz="1600" dirty="0" err="1"/>
              <a:t>new_fans</a:t>
            </a:r>
            <a:r>
              <a:rPr lang="en-GB" altLang="zh-CN" sz="1600" dirty="0"/>
              <a:t>)</a:t>
            </a:r>
            <a:r>
              <a:rPr lang="zh-CN" altLang="en-GB" sz="1600" dirty="0"/>
              <a:t>：</a:t>
            </a:r>
            <a:r>
              <a:rPr lang="zh-CN" altLang="en-US" sz="1600" dirty="0"/>
              <a:t>公司举办活动，为公司总粉丝池增加 </a:t>
            </a:r>
            <a:r>
              <a:rPr lang="en-GB" altLang="zh-CN" sz="1600" dirty="0" err="1"/>
              <a:t>new_fans</a:t>
            </a:r>
            <a:r>
              <a:rPr lang="en-GB" altLang="zh-CN" sz="1600" dirty="0"/>
              <a:t> </a:t>
            </a:r>
            <a:r>
              <a:rPr lang="zh-CN" altLang="en-US" sz="1600" dirty="0"/>
              <a:t>个粉</a:t>
            </a:r>
            <a:endParaRPr lang="en-US" altLang="zh-CN" sz="1600" dirty="0"/>
          </a:p>
          <a:p>
            <a:r>
              <a:rPr lang="zh-CN" altLang="en-US" sz="1600" dirty="0"/>
              <a:t>丝</a:t>
            </a:r>
            <a:endParaRPr lang="en-US" altLang="zh-CN" sz="1600" dirty="0"/>
          </a:p>
          <a:p>
            <a:r>
              <a:rPr lang="en-US" altLang="zh-CN" sz="1600" dirty="0"/>
              <a:t>	</a:t>
            </a:r>
            <a:r>
              <a:rPr lang="zh-CN" altLang="en-US" sz="1600" dirty="0"/>
              <a:t>对象方法 </a:t>
            </a:r>
            <a:r>
              <a:rPr lang="en-GB" altLang="zh-CN" sz="1600" dirty="0" err="1"/>
              <a:t>gain_fans</a:t>
            </a:r>
            <a:r>
              <a:rPr lang="en-GB" altLang="zh-CN" sz="1600" dirty="0"/>
              <a:t>(self, </a:t>
            </a:r>
            <a:r>
              <a:rPr lang="en-GB" altLang="zh-CN" sz="1600" dirty="0" err="1"/>
              <a:t>num</a:t>
            </a:r>
            <a:r>
              <a:rPr lang="en-GB" altLang="zh-CN" sz="1600" dirty="0"/>
              <a:t>)</a:t>
            </a:r>
            <a:r>
              <a:rPr lang="zh-CN" altLang="en-GB" sz="1600" dirty="0"/>
              <a:t>：</a:t>
            </a:r>
            <a:r>
              <a:rPr lang="zh-CN" altLang="en-US" sz="1600" dirty="0"/>
              <a:t>该偶像个人吸引了 </a:t>
            </a:r>
            <a:r>
              <a:rPr lang="en-GB" altLang="zh-CN" sz="1600" dirty="0" err="1"/>
              <a:t>num</a:t>
            </a:r>
            <a:r>
              <a:rPr lang="en-GB" altLang="zh-CN" sz="1600" dirty="0"/>
              <a:t> </a:t>
            </a:r>
            <a:r>
              <a:rPr lang="zh-CN" altLang="en-US" sz="1600" dirty="0"/>
              <a:t>个粉丝，同时公司总粉丝数也要增加 </a:t>
            </a:r>
            <a:r>
              <a:rPr lang="en-GB" altLang="zh-CN" sz="1600" dirty="0" err="1"/>
              <a:t>num</a:t>
            </a:r>
            <a:endParaRPr lang="en-GB" altLang="zh-CN" sz="1600" dirty="0"/>
          </a:p>
          <a:p>
            <a:r>
              <a:rPr lang="en-GB" altLang="zh-CN" sz="1600" dirty="0"/>
              <a:t>	</a:t>
            </a:r>
            <a:r>
              <a:rPr lang="zh-CN" altLang="en-US" sz="1600" dirty="0"/>
              <a:t>对象方法 </a:t>
            </a:r>
            <a:r>
              <a:rPr lang="en-GB" altLang="zh-CN" sz="1600" dirty="0"/>
              <a:t>introduce(self)</a:t>
            </a:r>
            <a:r>
              <a:rPr lang="zh-CN" altLang="en-GB" sz="1600" dirty="0"/>
              <a:t>：</a:t>
            </a:r>
            <a:r>
              <a:rPr lang="zh-CN" altLang="en-US" sz="1600" dirty="0"/>
              <a:t>打印一句自我介绍，格式为：</a:t>
            </a:r>
            <a:r>
              <a:rPr lang="en-US" altLang="zh-CN" sz="1600" dirty="0"/>
              <a:t>"</a:t>
            </a:r>
            <a:r>
              <a:rPr lang="zh-CN" altLang="en-US" sz="1600" dirty="0"/>
              <a:t>大家好，我是</a:t>
            </a:r>
            <a:r>
              <a:rPr lang="en-US" altLang="zh-CN" sz="1600" dirty="0"/>
              <a:t>{</a:t>
            </a:r>
            <a:r>
              <a:rPr lang="en-GB" altLang="zh-CN" sz="1600" dirty="0"/>
              <a:t>name}</a:t>
            </a:r>
            <a:r>
              <a:rPr lang="zh-CN" altLang="en-GB" sz="1600" dirty="0"/>
              <a:t>，</a:t>
            </a:r>
            <a:r>
              <a:rPr lang="zh-CN" altLang="en-US" sz="1600" dirty="0"/>
              <a:t>我的特长是</a:t>
            </a:r>
            <a:r>
              <a:rPr lang="en-US" altLang="zh-CN" sz="1600" dirty="0"/>
              <a:t>{</a:t>
            </a:r>
            <a:r>
              <a:rPr lang="en-GB" altLang="zh-CN" sz="1600" dirty="0"/>
              <a:t>skill}</a:t>
            </a:r>
            <a:r>
              <a:rPr lang="zh-CN" altLang="en-GB" sz="1600" dirty="0"/>
              <a:t>，</a:t>
            </a:r>
            <a:r>
              <a:rPr lang="zh-CN" altLang="en-US" sz="1600" dirty="0"/>
              <a:t>我有</a:t>
            </a:r>
            <a:r>
              <a:rPr lang="en-US" altLang="zh-CN" sz="1600" dirty="0"/>
              <a:t>{</a:t>
            </a:r>
            <a:r>
              <a:rPr lang="en-GB" altLang="zh-CN" sz="1600" dirty="0" err="1"/>
              <a:t>personal_fans</a:t>
            </a:r>
            <a:r>
              <a:rPr lang="en-GB" altLang="zh-CN" sz="1600" dirty="0"/>
              <a:t>}</a:t>
            </a:r>
            <a:r>
              <a:rPr lang="zh-CN" altLang="en-US" sz="1600" dirty="0"/>
              <a:t>个粉丝！</a:t>
            </a:r>
            <a:r>
              <a:rPr lang="en-US" altLang="zh-CN" sz="1600" dirty="0"/>
              <a:t>"</a:t>
            </a:r>
          </a:p>
        </p:txBody>
      </p:sp>
    </p:spTree>
    <p:extLst>
      <p:ext uri="{BB962C8B-B14F-4D97-AF65-F5344CB8AC3E}">
        <p14:creationId xmlns:p14="http://schemas.microsoft.com/office/powerpoint/2010/main" val="1865617926"/>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细微固体">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920</TotalTime>
  <Words>983</Words>
  <Application>Microsoft Office PowerPoint</Application>
  <PresentationFormat>宽屏</PresentationFormat>
  <Paragraphs>108</Paragraphs>
  <Slides>11</Slides>
  <Notes>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Office 主题​​</vt:lpstr>
      <vt:lpstr>Python</vt:lpstr>
      <vt:lpstr>PowerPoint 演示文稿</vt:lpstr>
      <vt:lpstr>PowerPoint 演示文稿</vt:lpstr>
      <vt:lpstr>PowerPoint 演示文稿</vt:lpstr>
      <vt:lpstr>轻轻带过：</vt:lpstr>
      <vt:lpstr>函数——可复用的代码块</vt:lpstr>
      <vt:lpstr>函数——可复用的代码块</vt:lpstr>
      <vt:lpstr>类（class）与对象（object）</vt:lpstr>
      <vt:lpstr>PowerPoint 演示文稿</vt:lpstr>
      <vt:lpstr>PowerPoint 演示文稿</vt:lpstr>
      <vt:lpstr>作业 （预计45min~1h内）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Kexin Wang</dc:creator>
  <cp:lastModifiedBy>Kexin Wang</cp:lastModifiedBy>
  <cp:revision>67</cp:revision>
  <dcterms:created xsi:type="dcterms:W3CDTF">2026-04-14T21:03:52Z</dcterms:created>
  <dcterms:modified xsi:type="dcterms:W3CDTF">2026-04-23T16:31:33Z</dcterms:modified>
</cp:coreProperties>
</file>